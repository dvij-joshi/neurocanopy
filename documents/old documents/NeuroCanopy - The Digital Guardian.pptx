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12192000"/>
  <p:embeddedFontLst>
    <p:embeddedFont>
      <p:font typeface="Hedvig Letters Sans" panose="020B0604020202020204" charset="0"/>
      <p:regular r:id="rId13"/>
    </p:embeddedFont>
    <p:embeddedFont>
      <p:font typeface="Li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410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ff59bec3013a0c8f8ab8f02c31339ff6789895ea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4C759">
                  <a:alpha val="10000"/>
                </a:srgbClr>
              </a:gs>
              <a:gs pos="100000">
                <a:srgbClr val="1D1D1F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554498" y="1271588"/>
            <a:ext cx="3086100" cy="342900"/>
          </a:xfrm>
          <a:custGeom>
            <a:avLst/>
            <a:gdLst/>
            <a:ahLst/>
            <a:cxnLst/>
            <a:rect l="l" t="t" r="r" b="b"/>
            <a:pathLst>
              <a:path w="3086100" h="342900">
                <a:moveTo>
                  <a:pt x="171450" y="0"/>
                </a:moveTo>
                <a:lnTo>
                  <a:pt x="2914650" y="0"/>
                </a:lnTo>
                <a:cubicBezTo>
                  <a:pt x="3009276" y="0"/>
                  <a:pt x="3086100" y="76824"/>
                  <a:pt x="3086100" y="171450"/>
                </a:cubicBezTo>
                <a:lnTo>
                  <a:pt x="3086100" y="171450"/>
                </a:lnTo>
                <a:cubicBezTo>
                  <a:pt x="3086100" y="266076"/>
                  <a:pt x="3009276" y="342900"/>
                  <a:pt x="291465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" name="Text 2"/>
          <p:cNvSpPr/>
          <p:nvPr/>
        </p:nvSpPr>
        <p:spPr>
          <a:xfrm>
            <a:off x="4487823" y="1281112"/>
            <a:ext cx="3152775" cy="3429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AI-DRIVEN EDUCATIONAL ECOSYSTEM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85267" y="2147888"/>
            <a:ext cx="601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kern="0" spc="-180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NeuroCanopy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38800" y="32908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8" name="Text 5"/>
          <p:cNvSpPr/>
          <p:nvPr/>
        </p:nvSpPr>
        <p:spPr>
          <a:xfrm>
            <a:off x="4399121" y="3633788"/>
            <a:ext cx="339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kern="0" spc="68" dirty="0">
                <a:solidFill>
                  <a:srgbClr val="5E5E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Digital Guardian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47975" y="4167188"/>
            <a:ext cx="649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767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Bridging the gap between academic potential and performance through intelligent enforcement, adaptive scheduling, and rigorous verification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01728" y="54054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177E31"/>
          </a:solidFill>
          <a:ln/>
        </p:spPr>
      </p:sp>
      <p:sp>
        <p:nvSpPr>
          <p:cNvPr id="11" name="Text 8"/>
          <p:cNvSpPr/>
          <p:nvPr/>
        </p:nvSpPr>
        <p:spPr>
          <a:xfrm>
            <a:off x="4535091" y="5395913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E5E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Enforcement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1065" y="54054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177E31"/>
          </a:solidFill>
          <a:ln/>
        </p:spPr>
      </p:sp>
      <p:sp>
        <p:nvSpPr>
          <p:cNvPr id="13" name="Text 10"/>
          <p:cNvSpPr/>
          <p:nvPr/>
        </p:nvSpPr>
        <p:spPr>
          <a:xfrm>
            <a:off x="5894427" y="5395913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E5E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Adaptability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967418" y="54054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77E31"/>
          </a:solidFill>
          <a:ln/>
        </p:spPr>
      </p:sp>
      <p:sp>
        <p:nvSpPr>
          <p:cNvPr id="15" name="Text 12"/>
          <p:cNvSpPr/>
          <p:nvPr/>
        </p:nvSpPr>
        <p:spPr>
          <a:xfrm>
            <a:off x="7200781" y="5395913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E5E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Crisis of Digital Fragmentation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primary causes of academic underperformance in the digital 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908810"/>
            <a:ext cx="3646170" cy="3874770"/>
          </a:xfrm>
          <a:custGeom>
            <a:avLst/>
            <a:gdLst/>
            <a:ahLst/>
            <a:cxnLst/>
            <a:rect l="l" t="t" r="r" b="b"/>
            <a:pathLst>
              <a:path w="3646170" h="3874770">
                <a:moveTo>
                  <a:pt x="152410" y="0"/>
                </a:moveTo>
                <a:lnTo>
                  <a:pt x="3493760" y="0"/>
                </a:lnTo>
                <a:cubicBezTo>
                  <a:pt x="3577934" y="0"/>
                  <a:pt x="3646170" y="68236"/>
                  <a:pt x="3646170" y="152410"/>
                </a:cubicBezTo>
                <a:lnTo>
                  <a:pt x="3646170" y="3722360"/>
                </a:lnTo>
                <a:cubicBezTo>
                  <a:pt x="3646170" y="3806534"/>
                  <a:pt x="3577934" y="3874770"/>
                  <a:pt x="3493760" y="3874770"/>
                </a:cubicBezTo>
                <a:lnTo>
                  <a:pt x="152410" y="3874770"/>
                </a:lnTo>
                <a:cubicBezTo>
                  <a:pt x="68236" y="3874770"/>
                  <a:pt x="0" y="3806534"/>
                  <a:pt x="0" y="372236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" y="21412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98195" y="22936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225552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Digital Fragmentation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3162300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3-4</a:t>
            </a:r>
            <a:r>
              <a:rPr lang="en-US" sz="18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3733800"/>
            <a:ext cx="3257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Lost daily to social media distractions and context switching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627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10"/>
          <p:cNvSpPr/>
          <p:nvPr/>
        </p:nvSpPr>
        <p:spPr>
          <a:xfrm>
            <a:off x="883920" y="4381500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Constant notification interruptions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6270" y="472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883920" y="468630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switching destroys focus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27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6" name="Text 14"/>
          <p:cNvSpPr/>
          <p:nvPr/>
        </p:nvSpPr>
        <p:spPr>
          <a:xfrm>
            <a:off x="883920" y="499110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Willpower alone is insufficient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71010" y="1908810"/>
            <a:ext cx="3646170" cy="3874770"/>
          </a:xfrm>
          <a:custGeom>
            <a:avLst/>
            <a:gdLst/>
            <a:ahLst/>
            <a:cxnLst/>
            <a:rect l="l" t="t" r="r" b="b"/>
            <a:pathLst>
              <a:path w="3646170" h="3874770">
                <a:moveTo>
                  <a:pt x="152410" y="0"/>
                </a:moveTo>
                <a:lnTo>
                  <a:pt x="3493760" y="0"/>
                </a:lnTo>
                <a:cubicBezTo>
                  <a:pt x="3577934" y="0"/>
                  <a:pt x="3646170" y="68236"/>
                  <a:pt x="3646170" y="152410"/>
                </a:cubicBezTo>
                <a:lnTo>
                  <a:pt x="3646170" y="3722360"/>
                </a:lnTo>
                <a:cubicBezTo>
                  <a:pt x="3646170" y="3806534"/>
                  <a:pt x="3577934" y="3874770"/>
                  <a:pt x="3493760" y="3874770"/>
                </a:cubicBezTo>
                <a:lnTo>
                  <a:pt x="152410" y="3874770"/>
                </a:lnTo>
                <a:cubicBezTo>
                  <a:pt x="68236" y="3874770"/>
                  <a:pt x="0" y="3806534"/>
                  <a:pt x="0" y="372236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03420" y="21412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9" name="Shape 17"/>
          <p:cNvSpPr/>
          <p:nvPr/>
        </p:nvSpPr>
        <p:spPr>
          <a:xfrm>
            <a:off x="4670108" y="22936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130329" y="98271"/>
                </a:moveTo>
                <a:cubicBezTo>
                  <a:pt x="126132" y="94074"/>
                  <a:pt x="119345" y="94074"/>
                  <a:pt x="115193" y="98271"/>
                </a:cubicBezTo>
                <a:lnTo>
                  <a:pt x="100057" y="113407"/>
                </a:lnTo>
                <a:lnTo>
                  <a:pt x="84921" y="98271"/>
                </a:lnTo>
                <a:cubicBezTo>
                  <a:pt x="80724" y="94074"/>
                  <a:pt x="73938" y="94074"/>
                  <a:pt x="69786" y="98271"/>
                </a:cubicBezTo>
                <a:cubicBezTo>
                  <a:pt x="65633" y="102468"/>
                  <a:pt x="65589" y="109255"/>
                  <a:pt x="69786" y="113407"/>
                </a:cubicBezTo>
                <a:lnTo>
                  <a:pt x="84921" y="128543"/>
                </a:lnTo>
                <a:lnTo>
                  <a:pt x="69786" y="143679"/>
                </a:lnTo>
                <a:cubicBezTo>
                  <a:pt x="65589" y="147876"/>
                  <a:pt x="65589" y="154662"/>
                  <a:pt x="69786" y="158814"/>
                </a:cubicBezTo>
                <a:cubicBezTo>
                  <a:pt x="73982" y="162967"/>
                  <a:pt x="80769" y="163011"/>
                  <a:pt x="84921" y="158814"/>
                </a:cubicBezTo>
                <a:lnTo>
                  <a:pt x="100057" y="143679"/>
                </a:lnTo>
                <a:lnTo>
                  <a:pt x="115193" y="158814"/>
                </a:lnTo>
                <a:cubicBezTo>
                  <a:pt x="119390" y="163011"/>
                  <a:pt x="126176" y="163011"/>
                  <a:pt x="130329" y="158814"/>
                </a:cubicBezTo>
                <a:cubicBezTo>
                  <a:pt x="134481" y="154618"/>
                  <a:pt x="134526" y="147831"/>
                  <a:pt x="130329" y="143679"/>
                </a:cubicBezTo>
                <a:lnTo>
                  <a:pt x="115193" y="128543"/>
                </a:lnTo>
                <a:lnTo>
                  <a:pt x="130329" y="113407"/>
                </a:lnTo>
                <a:cubicBezTo>
                  <a:pt x="134526" y="109210"/>
                  <a:pt x="134526" y="102424"/>
                  <a:pt x="130329" y="98271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0" name="Text 18"/>
          <p:cNvSpPr/>
          <p:nvPr/>
        </p:nvSpPr>
        <p:spPr>
          <a:xfrm>
            <a:off x="5189220" y="2255520"/>
            <a:ext cx="1695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Static Planning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03420" y="3162300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6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r>
              <a:rPr lang="en-US" sz="1800" b="1" dirty="0">
                <a:solidFill>
                  <a:srgbClr val="FF6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03420" y="3733800"/>
            <a:ext cx="3257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traditional calendars fail to adapt to real-time changes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2247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4" name="Text 22"/>
          <p:cNvSpPr/>
          <p:nvPr/>
        </p:nvSpPr>
        <p:spPr>
          <a:xfrm>
            <a:off x="4770120" y="43815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response to "burnout" delays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22470" y="472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6" name="Text 24"/>
          <p:cNvSpPr/>
          <p:nvPr/>
        </p:nvSpPr>
        <p:spPr>
          <a:xfrm>
            <a:off x="4770120" y="46863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Sudden exam announcements cause panic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2247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8" name="Text 26"/>
          <p:cNvSpPr/>
          <p:nvPr/>
        </p:nvSpPr>
        <p:spPr>
          <a:xfrm>
            <a:off x="4770120" y="4991100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replanning is time-consuming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57210" y="1908810"/>
            <a:ext cx="3646170" cy="3874770"/>
          </a:xfrm>
          <a:custGeom>
            <a:avLst/>
            <a:gdLst/>
            <a:ahLst/>
            <a:cxnLst/>
            <a:rect l="l" t="t" r="r" b="b"/>
            <a:pathLst>
              <a:path w="3646170" h="3874770">
                <a:moveTo>
                  <a:pt x="152410" y="0"/>
                </a:moveTo>
                <a:lnTo>
                  <a:pt x="3493760" y="0"/>
                </a:lnTo>
                <a:cubicBezTo>
                  <a:pt x="3577934" y="0"/>
                  <a:pt x="3646170" y="68236"/>
                  <a:pt x="3646170" y="152410"/>
                </a:cubicBezTo>
                <a:lnTo>
                  <a:pt x="3646170" y="3722360"/>
                </a:lnTo>
                <a:cubicBezTo>
                  <a:pt x="3646170" y="3806534"/>
                  <a:pt x="3577934" y="3874770"/>
                  <a:pt x="3493760" y="3874770"/>
                </a:cubicBezTo>
                <a:lnTo>
                  <a:pt x="152410" y="3874770"/>
                </a:lnTo>
                <a:cubicBezTo>
                  <a:pt x="68236" y="3874770"/>
                  <a:pt x="0" y="3806534"/>
                  <a:pt x="0" y="372236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89620" y="21412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31" name="Shape 29"/>
          <p:cNvSpPr/>
          <p:nvPr/>
        </p:nvSpPr>
        <p:spPr>
          <a:xfrm>
            <a:off x="8542020" y="22936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32" name="Text 30"/>
          <p:cNvSpPr/>
          <p:nvPr/>
        </p:nvSpPr>
        <p:spPr>
          <a:xfrm>
            <a:off x="9075420" y="2255520"/>
            <a:ext cx="186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Passive Learning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9620" y="3162300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08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&lt;20</a:t>
            </a:r>
            <a:r>
              <a:rPr lang="en-US" sz="1800" b="1" dirty="0">
                <a:solidFill>
                  <a:srgbClr val="D08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9620" y="3733800"/>
            <a:ext cx="3257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Retention rate from passive reading without active recall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08670" y="4419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6" name="Text 34"/>
          <p:cNvSpPr/>
          <p:nvPr/>
        </p:nvSpPr>
        <p:spPr>
          <a:xfrm>
            <a:off x="8656320" y="43815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without retaining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08670" y="472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8" name="Text 36"/>
          <p:cNvSpPr/>
          <p:nvPr/>
        </p:nvSpPr>
        <p:spPr>
          <a:xfrm>
            <a:off x="8656320" y="46863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verification of understanding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0867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0" name="Text 38"/>
          <p:cNvSpPr/>
          <p:nvPr/>
        </p:nvSpPr>
        <p:spPr>
          <a:xfrm>
            <a:off x="8656320" y="499110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oral assessment tools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594360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419098"/>
                </a:lnTo>
                <a:cubicBezTo>
                  <a:pt x="11430000" y="482183"/>
                  <a:pt x="11378783" y="533400"/>
                  <a:pt x="113156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" y="61264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3" name="Text 41"/>
          <p:cNvSpPr/>
          <p:nvPr/>
        </p:nvSpPr>
        <p:spPr>
          <a:xfrm>
            <a:off x="781050" y="60960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educational tools fail to address these fundamental challenges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91105" y="611505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Internal Research, 2024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0006"/>
            <a:ext cx="719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316706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Closed-Loop Productivity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612106"/>
            <a:ext cx="72199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NeuroCanopy doesn't just organize tasks—it actively enforces discipline through device-level control while optimizing learning retention through bio-mimetic visualization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2845594"/>
            <a:ext cx="7105650" cy="1219200"/>
          </a:xfrm>
          <a:custGeom>
            <a:avLst/>
            <a:gdLst/>
            <a:ahLst/>
            <a:cxnLst/>
            <a:rect l="l" t="t" r="r" b="b"/>
            <a:pathLst>
              <a:path w="7105650" h="1219200">
                <a:moveTo>
                  <a:pt x="38100" y="0"/>
                </a:moveTo>
                <a:lnTo>
                  <a:pt x="6953250" y="0"/>
                </a:lnTo>
                <a:cubicBezTo>
                  <a:pt x="7037362" y="0"/>
                  <a:pt x="7105650" y="68288"/>
                  <a:pt x="7105650" y="152400"/>
                </a:cubicBezTo>
                <a:lnTo>
                  <a:pt x="7105650" y="1066800"/>
                </a:lnTo>
                <a:cubicBezTo>
                  <a:pt x="7105650" y="1150912"/>
                  <a:pt x="7037362" y="1219200"/>
                  <a:pt x="69532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2845594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30360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8" name="Shape 6"/>
          <p:cNvSpPr/>
          <p:nvPr/>
        </p:nvSpPr>
        <p:spPr>
          <a:xfrm>
            <a:off x="766763" y="316944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3036094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Enforcement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3378994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Removes the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distraction by locking the digital environment during study hours. The Android companion acts as an unyielding gatekeeper.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4217194"/>
            <a:ext cx="7105650" cy="1219200"/>
          </a:xfrm>
          <a:custGeom>
            <a:avLst/>
            <a:gdLst/>
            <a:ahLst/>
            <a:cxnLst/>
            <a:rect l="l" t="t" r="r" b="b"/>
            <a:pathLst>
              <a:path w="7105650" h="1219200">
                <a:moveTo>
                  <a:pt x="38100" y="0"/>
                </a:moveTo>
                <a:lnTo>
                  <a:pt x="6953250" y="0"/>
                </a:lnTo>
                <a:cubicBezTo>
                  <a:pt x="7037362" y="0"/>
                  <a:pt x="7105650" y="68288"/>
                  <a:pt x="7105650" y="152400"/>
                </a:cubicBezTo>
                <a:lnTo>
                  <a:pt x="7105650" y="1066800"/>
                </a:lnTo>
                <a:cubicBezTo>
                  <a:pt x="7105650" y="1150912"/>
                  <a:pt x="7037362" y="1219200"/>
                  <a:pt x="69532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4217194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44076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4" name="Shape 12"/>
          <p:cNvSpPr/>
          <p:nvPr/>
        </p:nvSpPr>
        <p:spPr>
          <a:xfrm>
            <a:off x="742950" y="45410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4407694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Adaptability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4750594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ingests schedules from informal channels (WhatsApp) and restructures study plans dynamically based on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"Panic"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"Smooth"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5588794"/>
            <a:ext cx="7105650" cy="1219200"/>
          </a:xfrm>
          <a:custGeom>
            <a:avLst/>
            <a:gdLst/>
            <a:ahLst/>
            <a:cxnLst/>
            <a:rect l="l" t="t" r="r" b="b"/>
            <a:pathLst>
              <a:path w="7105650" h="1219200">
                <a:moveTo>
                  <a:pt x="38100" y="0"/>
                </a:moveTo>
                <a:lnTo>
                  <a:pt x="6953250" y="0"/>
                </a:lnTo>
                <a:cubicBezTo>
                  <a:pt x="7037362" y="0"/>
                  <a:pt x="7105650" y="68288"/>
                  <a:pt x="7105650" y="152400"/>
                </a:cubicBezTo>
                <a:lnTo>
                  <a:pt x="7105650" y="1066800"/>
                </a:lnTo>
                <a:cubicBezTo>
                  <a:pt x="7105650" y="1150912"/>
                  <a:pt x="7037362" y="1219200"/>
                  <a:pt x="69532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5588794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57792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0" name="Shape 18"/>
          <p:cNvSpPr/>
          <p:nvPr/>
        </p:nvSpPr>
        <p:spPr>
          <a:xfrm>
            <a:off x="766763" y="591264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35719" y="35719"/>
                </a:moveTo>
                <a:cubicBezTo>
                  <a:pt x="35719" y="15999"/>
                  <a:pt x="51718" y="0"/>
                  <a:pt x="71438" y="0"/>
                </a:cubicBezTo>
                <a:cubicBezTo>
                  <a:pt x="90153" y="0"/>
                  <a:pt x="105519" y="14399"/>
                  <a:pt x="107045" y="32742"/>
                </a:cubicBezTo>
                <a:lnTo>
                  <a:pt x="86320" y="32742"/>
                </a:lnTo>
                <a:cubicBezTo>
                  <a:pt x="81372" y="32742"/>
                  <a:pt x="77391" y="36723"/>
                  <a:pt x="77391" y="41672"/>
                </a:cubicBezTo>
                <a:cubicBezTo>
                  <a:pt x="77391" y="46620"/>
                  <a:pt x="81372" y="50602"/>
                  <a:pt x="86320" y="50602"/>
                </a:cubicBezTo>
                <a:lnTo>
                  <a:pt x="107156" y="50602"/>
                </a:lnTo>
                <a:lnTo>
                  <a:pt x="107156" y="68461"/>
                </a:lnTo>
                <a:lnTo>
                  <a:pt x="86320" y="68461"/>
                </a:lnTo>
                <a:cubicBezTo>
                  <a:pt x="81372" y="68461"/>
                  <a:pt x="77391" y="72442"/>
                  <a:pt x="77391" y="77391"/>
                </a:cubicBezTo>
                <a:cubicBezTo>
                  <a:pt x="77391" y="82339"/>
                  <a:pt x="81372" y="86320"/>
                  <a:pt x="86320" y="86320"/>
                </a:cubicBezTo>
                <a:lnTo>
                  <a:pt x="107045" y="86320"/>
                </a:lnTo>
                <a:cubicBezTo>
                  <a:pt x="105519" y="104663"/>
                  <a:pt x="90190" y="119063"/>
                  <a:pt x="71438" y="119063"/>
                </a:cubicBezTo>
                <a:cubicBezTo>
                  <a:pt x="51718" y="119063"/>
                  <a:pt x="35719" y="103063"/>
                  <a:pt x="35719" y="83344"/>
                </a:cubicBezTo>
                <a:lnTo>
                  <a:pt x="35719" y="35719"/>
                </a:lnTo>
                <a:close/>
                <a:moveTo>
                  <a:pt x="8930" y="59531"/>
                </a:moveTo>
                <a:cubicBezTo>
                  <a:pt x="13878" y="59531"/>
                  <a:pt x="17859" y="63512"/>
                  <a:pt x="17859" y="68461"/>
                </a:cubicBezTo>
                <a:lnTo>
                  <a:pt x="17859" y="83344"/>
                </a:lnTo>
                <a:cubicBezTo>
                  <a:pt x="17859" y="112923"/>
                  <a:pt x="41858" y="136922"/>
                  <a:pt x="71438" y="136922"/>
                </a:cubicBezTo>
                <a:cubicBezTo>
                  <a:pt x="101017" y="136922"/>
                  <a:pt x="125016" y="112923"/>
                  <a:pt x="125016" y="83344"/>
                </a:cubicBezTo>
                <a:lnTo>
                  <a:pt x="125016" y="68461"/>
                </a:lnTo>
                <a:cubicBezTo>
                  <a:pt x="125016" y="63512"/>
                  <a:pt x="128997" y="59531"/>
                  <a:pt x="133945" y="59531"/>
                </a:cubicBezTo>
                <a:cubicBezTo>
                  <a:pt x="138894" y="59531"/>
                  <a:pt x="142875" y="63512"/>
                  <a:pt x="142875" y="68461"/>
                </a:cubicBezTo>
                <a:lnTo>
                  <a:pt x="142875" y="83344"/>
                </a:lnTo>
                <a:cubicBezTo>
                  <a:pt x="142875" y="119769"/>
                  <a:pt x="115602" y="149833"/>
                  <a:pt x="80367" y="154223"/>
                </a:cubicBezTo>
                <a:lnTo>
                  <a:pt x="80367" y="172641"/>
                </a:lnTo>
                <a:lnTo>
                  <a:pt x="98227" y="172641"/>
                </a:lnTo>
                <a:cubicBezTo>
                  <a:pt x="103175" y="172641"/>
                  <a:pt x="107156" y="176622"/>
                  <a:pt x="107156" y="181570"/>
                </a:cubicBezTo>
                <a:cubicBezTo>
                  <a:pt x="107156" y="186519"/>
                  <a:pt x="103175" y="190500"/>
                  <a:pt x="98227" y="190500"/>
                </a:cubicBezTo>
                <a:lnTo>
                  <a:pt x="44648" y="190500"/>
                </a:lnTo>
                <a:cubicBezTo>
                  <a:pt x="39700" y="190500"/>
                  <a:pt x="35719" y="186519"/>
                  <a:pt x="35719" y="181570"/>
                </a:cubicBezTo>
                <a:cubicBezTo>
                  <a:pt x="35719" y="176622"/>
                  <a:pt x="39700" y="172641"/>
                  <a:pt x="44648" y="172641"/>
                </a:cubicBezTo>
                <a:lnTo>
                  <a:pt x="62508" y="172641"/>
                </a:lnTo>
                <a:lnTo>
                  <a:pt x="62508" y="154223"/>
                </a:lnTo>
                <a:cubicBezTo>
                  <a:pt x="27273" y="149833"/>
                  <a:pt x="0" y="119769"/>
                  <a:pt x="0" y="83344"/>
                </a:cubicBezTo>
                <a:lnTo>
                  <a:pt x="0" y="68461"/>
                </a:lnTo>
                <a:cubicBezTo>
                  <a:pt x="0" y="63512"/>
                  <a:pt x="3981" y="59531"/>
                  <a:pt x="8930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5779294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6122194"/>
            <a:ext cx="6172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Replaces passive reading with active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"Voice Vivas"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—AI grades verbal proficiency and conceptual understanding in real-time.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10500" y="381000"/>
            <a:ext cx="4000500" cy="4533900"/>
          </a:xfrm>
          <a:custGeom>
            <a:avLst/>
            <a:gdLst/>
            <a:ahLst/>
            <a:cxnLst/>
            <a:rect l="l" t="t" r="r" b="b"/>
            <a:pathLst>
              <a:path w="4000500" h="4533900">
                <a:moveTo>
                  <a:pt x="152419" y="0"/>
                </a:moveTo>
                <a:lnTo>
                  <a:pt x="3848081" y="0"/>
                </a:lnTo>
                <a:cubicBezTo>
                  <a:pt x="3932260" y="0"/>
                  <a:pt x="4000500" y="68240"/>
                  <a:pt x="4000500" y="152419"/>
                </a:cubicBezTo>
                <a:lnTo>
                  <a:pt x="4000500" y="4381481"/>
                </a:lnTo>
                <a:cubicBezTo>
                  <a:pt x="4000500" y="4465660"/>
                  <a:pt x="3932260" y="4533900"/>
                  <a:pt x="3848081" y="4533900"/>
                </a:cubicBezTo>
                <a:lnTo>
                  <a:pt x="152419" y="4533900"/>
                </a:lnTo>
                <a:cubicBezTo>
                  <a:pt x="68240" y="4533900"/>
                  <a:pt x="0" y="4465660"/>
                  <a:pt x="0" y="4381481"/>
                </a:cubicBezTo>
                <a:lnTo>
                  <a:pt x="0" y="152419"/>
                </a:lnTo>
                <a:cubicBezTo>
                  <a:pt x="0" y="68297"/>
                  <a:pt x="68297" y="0"/>
                  <a:pt x="152419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4" name="Shape 22"/>
          <p:cNvSpPr/>
          <p:nvPr/>
        </p:nvSpPr>
        <p:spPr>
          <a:xfrm>
            <a:off x="9582150" y="11050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662" y="1676520"/>
            <a:ext cx="3686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Digital Guardian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01000" y="209562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true closed-loop system for academic excellence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39100" y="2705220"/>
            <a:ext cx="3543300" cy="419100"/>
          </a:xfrm>
          <a:custGeom>
            <a:avLst/>
            <a:gdLst/>
            <a:ahLst/>
            <a:cxnLst/>
            <a:rect l="l" t="t" r="r" b="b"/>
            <a:pathLst>
              <a:path w="3543300" h="419100">
                <a:moveTo>
                  <a:pt x="76201" y="0"/>
                </a:moveTo>
                <a:lnTo>
                  <a:pt x="3467099" y="0"/>
                </a:lnTo>
                <a:cubicBezTo>
                  <a:pt x="3509184" y="0"/>
                  <a:pt x="3543300" y="34116"/>
                  <a:pt x="3543300" y="76201"/>
                </a:cubicBezTo>
                <a:lnTo>
                  <a:pt x="3543300" y="342899"/>
                </a:lnTo>
                <a:cubicBezTo>
                  <a:pt x="3543300" y="384984"/>
                  <a:pt x="3509184" y="419100"/>
                  <a:pt x="34670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81975" y="283857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281952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Device-level enforcement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39100" y="3238620"/>
            <a:ext cx="3543300" cy="419100"/>
          </a:xfrm>
          <a:custGeom>
            <a:avLst/>
            <a:gdLst/>
            <a:ahLst/>
            <a:cxnLst/>
            <a:rect l="l" t="t" r="r" b="b"/>
            <a:pathLst>
              <a:path w="3543300" h="419100">
                <a:moveTo>
                  <a:pt x="76201" y="0"/>
                </a:moveTo>
                <a:lnTo>
                  <a:pt x="3467099" y="0"/>
                </a:lnTo>
                <a:cubicBezTo>
                  <a:pt x="3509184" y="0"/>
                  <a:pt x="3543300" y="34116"/>
                  <a:pt x="3543300" y="76201"/>
                </a:cubicBezTo>
                <a:lnTo>
                  <a:pt x="3543300" y="342899"/>
                </a:lnTo>
                <a:cubicBezTo>
                  <a:pt x="3543300" y="384984"/>
                  <a:pt x="3509184" y="419100"/>
                  <a:pt x="34670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81975" y="337197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35292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adaptation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39100" y="3772020"/>
            <a:ext cx="3543300" cy="419100"/>
          </a:xfrm>
          <a:custGeom>
            <a:avLst/>
            <a:gdLst/>
            <a:ahLst/>
            <a:cxnLst/>
            <a:rect l="l" t="t" r="r" b="b"/>
            <a:pathLst>
              <a:path w="3543300" h="419100">
                <a:moveTo>
                  <a:pt x="76201" y="0"/>
                </a:moveTo>
                <a:lnTo>
                  <a:pt x="3467099" y="0"/>
                </a:lnTo>
                <a:cubicBezTo>
                  <a:pt x="3509184" y="0"/>
                  <a:pt x="3543300" y="34116"/>
                  <a:pt x="3543300" y="76201"/>
                </a:cubicBezTo>
                <a:lnTo>
                  <a:pt x="3543300" y="342899"/>
                </a:lnTo>
                <a:cubicBezTo>
                  <a:pt x="3543300" y="384984"/>
                  <a:pt x="3509184" y="419100"/>
                  <a:pt x="34670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181975" y="390537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388632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verification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810500" y="5067658"/>
            <a:ext cx="4000500" cy="1409700"/>
          </a:xfrm>
          <a:custGeom>
            <a:avLst/>
            <a:gdLst/>
            <a:ahLst/>
            <a:cxnLst/>
            <a:rect l="l" t="t" r="r" b="b"/>
            <a:pathLst>
              <a:path w="4000500" h="1409700">
                <a:moveTo>
                  <a:pt x="152403" y="0"/>
                </a:moveTo>
                <a:lnTo>
                  <a:pt x="3848097" y="0"/>
                </a:lnTo>
                <a:cubicBezTo>
                  <a:pt x="3932267" y="0"/>
                  <a:pt x="4000500" y="68233"/>
                  <a:pt x="4000500" y="152403"/>
                </a:cubicBezTo>
                <a:lnTo>
                  <a:pt x="4000500" y="1257297"/>
                </a:lnTo>
                <a:cubicBezTo>
                  <a:pt x="4000500" y="1341467"/>
                  <a:pt x="3932267" y="1409700"/>
                  <a:pt x="384809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001000" y="527709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Status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993636" y="5258158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114300" y="0"/>
                </a:moveTo>
                <a:lnTo>
                  <a:pt x="514350" y="0"/>
                </a:lnTo>
                <a:cubicBezTo>
                  <a:pt x="577434" y="0"/>
                  <a:pt x="628650" y="51216"/>
                  <a:pt x="628650" y="114300"/>
                </a:cubicBezTo>
                <a:lnTo>
                  <a:pt x="628650" y="114300"/>
                </a:lnTo>
                <a:cubicBezTo>
                  <a:pt x="628650" y="177384"/>
                  <a:pt x="577434" y="228600"/>
                  <a:pt x="5143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9" name="Text 37"/>
          <p:cNvSpPr/>
          <p:nvPr/>
        </p:nvSpPr>
        <p:spPr>
          <a:xfrm>
            <a:off x="10993636" y="5258158"/>
            <a:ext cx="68580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01000" y="5600940"/>
            <a:ext cx="1752600" cy="685800"/>
          </a:xfrm>
          <a:custGeom>
            <a:avLst/>
            <a:gdLst/>
            <a:ahLst/>
            <a:cxnLst/>
            <a:rect l="l" t="t" r="r" b="b"/>
            <a:pathLst>
              <a:path w="1752600" h="685800">
                <a:moveTo>
                  <a:pt x="76199" y="0"/>
                </a:moveTo>
                <a:lnTo>
                  <a:pt x="1676401" y="0"/>
                </a:lnTo>
                <a:cubicBezTo>
                  <a:pt x="1718484" y="0"/>
                  <a:pt x="1752600" y="34116"/>
                  <a:pt x="1752600" y="76199"/>
                </a:cubicBezTo>
                <a:lnTo>
                  <a:pt x="1752600" y="609601"/>
                </a:lnTo>
                <a:cubicBezTo>
                  <a:pt x="1752600" y="651684"/>
                  <a:pt x="1718484" y="685800"/>
                  <a:pt x="16764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1" name="Text 39"/>
          <p:cNvSpPr/>
          <p:nvPr/>
        </p:nvSpPr>
        <p:spPr>
          <a:xfrm>
            <a:off x="8058150" y="5715240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86725" y="6019919"/>
            <a:ext cx="158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867900" y="5600940"/>
            <a:ext cx="1752600" cy="685800"/>
          </a:xfrm>
          <a:custGeom>
            <a:avLst/>
            <a:gdLst/>
            <a:ahLst/>
            <a:cxnLst/>
            <a:rect l="l" t="t" r="r" b="b"/>
            <a:pathLst>
              <a:path w="1752600" h="685800">
                <a:moveTo>
                  <a:pt x="76199" y="0"/>
                </a:moveTo>
                <a:lnTo>
                  <a:pt x="1676401" y="0"/>
                </a:lnTo>
                <a:cubicBezTo>
                  <a:pt x="1718484" y="0"/>
                  <a:pt x="1752600" y="34116"/>
                  <a:pt x="1752600" y="76199"/>
                </a:cubicBezTo>
                <a:lnTo>
                  <a:pt x="1752600" y="609601"/>
                </a:lnTo>
                <a:cubicBezTo>
                  <a:pt x="1752600" y="651684"/>
                  <a:pt x="1718484" y="685800"/>
                  <a:pt x="16764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4" name="Text 42"/>
          <p:cNvSpPr/>
          <p:nvPr/>
        </p:nvSpPr>
        <p:spPr>
          <a:xfrm>
            <a:off x="9925050" y="5715240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953625" y="6019919"/>
            <a:ext cx="158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5808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kern="0" spc="48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ENFORCEMENT LAYER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590496"/>
            <a:ext cx="11705709" cy="521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82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Android Companion: Uncompromising Enforcement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350" y="1215726"/>
            <a:ext cx="11584137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Non-negotiable digital lockdown through device-level control mechanisms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350" y="1667282"/>
            <a:ext cx="5661812" cy="3942427"/>
          </a:xfrm>
          <a:custGeom>
            <a:avLst/>
            <a:gdLst/>
            <a:ahLst/>
            <a:cxnLst/>
            <a:rect l="l" t="t" r="r" b="b"/>
            <a:pathLst>
              <a:path w="5661812" h="3942427">
                <a:moveTo>
                  <a:pt x="138931" y="0"/>
                </a:moveTo>
                <a:lnTo>
                  <a:pt x="5522881" y="0"/>
                </a:lnTo>
                <a:cubicBezTo>
                  <a:pt x="5599610" y="0"/>
                  <a:pt x="5661812" y="62202"/>
                  <a:pt x="5661812" y="138931"/>
                </a:cubicBezTo>
                <a:lnTo>
                  <a:pt x="5661812" y="3803496"/>
                </a:lnTo>
                <a:cubicBezTo>
                  <a:pt x="5661812" y="3880226"/>
                  <a:pt x="5599610" y="3942427"/>
                  <a:pt x="5522881" y="3942427"/>
                </a:cubicBezTo>
                <a:lnTo>
                  <a:pt x="138931" y="3942427"/>
                </a:lnTo>
                <a:cubicBezTo>
                  <a:pt x="62202" y="3942427"/>
                  <a:pt x="0" y="3880226"/>
                  <a:pt x="0" y="3803496"/>
                </a:cubicBezTo>
                <a:lnTo>
                  <a:pt x="0" y="138931"/>
                </a:lnTo>
                <a:cubicBezTo>
                  <a:pt x="0" y="62253"/>
                  <a:pt x="62253" y="0"/>
                  <a:pt x="1389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026" y="1840957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" name="Shape 5"/>
          <p:cNvSpPr/>
          <p:nvPr/>
        </p:nvSpPr>
        <p:spPr>
          <a:xfrm>
            <a:off x="659966" y="1979897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149469" y="167909"/>
                </a:moveTo>
                <a:lnTo>
                  <a:pt x="40502" y="58941"/>
                </a:lnTo>
                <a:cubicBezTo>
                  <a:pt x="31384" y="71722"/>
                  <a:pt x="26051" y="87353"/>
                  <a:pt x="26051" y="104205"/>
                </a:cubicBezTo>
                <a:cubicBezTo>
                  <a:pt x="26051" y="147353"/>
                  <a:pt x="61058" y="182359"/>
                  <a:pt x="104205" y="182359"/>
                </a:cubicBezTo>
                <a:cubicBezTo>
                  <a:pt x="121098" y="182359"/>
                  <a:pt x="136729" y="177027"/>
                  <a:pt x="149469" y="167909"/>
                </a:cubicBezTo>
                <a:close/>
                <a:moveTo>
                  <a:pt x="167909" y="149469"/>
                </a:moveTo>
                <a:cubicBezTo>
                  <a:pt x="177027" y="136688"/>
                  <a:pt x="182359" y="121057"/>
                  <a:pt x="182359" y="104205"/>
                </a:cubicBezTo>
                <a:cubicBezTo>
                  <a:pt x="182359" y="61058"/>
                  <a:pt x="147353" y="26051"/>
                  <a:pt x="104205" y="26051"/>
                </a:cubicBezTo>
                <a:cubicBezTo>
                  <a:pt x="87312" y="26051"/>
                  <a:pt x="71682" y="31384"/>
                  <a:pt x="58941" y="40502"/>
                </a:cubicBezTo>
                <a:lnTo>
                  <a:pt x="167909" y="149469"/>
                </a:lnTo>
                <a:close/>
                <a:moveTo>
                  <a:pt x="0" y="104205"/>
                </a:moveTo>
                <a:cubicBezTo>
                  <a:pt x="0" y="46693"/>
                  <a:pt x="46693" y="0"/>
                  <a:pt x="104205" y="0"/>
                </a:cubicBezTo>
                <a:cubicBezTo>
                  <a:pt x="161718" y="0"/>
                  <a:pt x="208410" y="46693"/>
                  <a:pt x="208410" y="104205"/>
                </a:cubicBezTo>
                <a:cubicBezTo>
                  <a:pt x="208410" y="161718"/>
                  <a:pt x="161718" y="208410"/>
                  <a:pt x="104205" y="208410"/>
                </a:cubicBezTo>
                <a:cubicBezTo>
                  <a:pt x="46693" y="208410"/>
                  <a:pt x="0" y="161718"/>
                  <a:pt x="0" y="1042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46256" y="1840957"/>
            <a:ext cx="1901744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Focus Mode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6256" y="2139570"/>
            <a:ext cx="186082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Distraction Management Protocol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026" y="2466188"/>
            <a:ext cx="5314462" cy="833641"/>
          </a:xfrm>
          <a:custGeom>
            <a:avLst/>
            <a:gdLst/>
            <a:ahLst/>
            <a:cxnLst/>
            <a:rect l="l" t="t" r="r" b="b"/>
            <a:pathLst>
              <a:path w="5314462" h="833641">
                <a:moveTo>
                  <a:pt x="69467" y="0"/>
                </a:moveTo>
                <a:lnTo>
                  <a:pt x="5244994" y="0"/>
                </a:lnTo>
                <a:cubicBezTo>
                  <a:pt x="5283360" y="0"/>
                  <a:pt x="5314462" y="31102"/>
                  <a:pt x="5314462" y="69467"/>
                </a:cubicBezTo>
                <a:lnTo>
                  <a:pt x="5314462" y="764174"/>
                </a:lnTo>
                <a:cubicBezTo>
                  <a:pt x="5314462" y="802539"/>
                  <a:pt x="5283360" y="833641"/>
                  <a:pt x="5244994" y="833641"/>
                </a:cubicBezTo>
                <a:lnTo>
                  <a:pt x="69467" y="833641"/>
                </a:lnTo>
                <a:cubicBezTo>
                  <a:pt x="31102" y="833641"/>
                  <a:pt x="0" y="802539"/>
                  <a:pt x="0" y="764174"/>
                </a:cubicBezTo>
                <a:lnTo>
                  <a:pt x="0" y="69467"/>
                </a:lnTo>
                <a:cubicBezTo>
                  <a:pt x="0" y="31127"/>
                  <a:pt x="31127" y="0"/>
                  <a:pt x="6946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659966" y="2605128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34735" y="26051"/>
                </a:moveTo>
                <a:lnTo>
                  <a:pt x="34735" y="43419"/>
                </a:lnTo>
                <a:lnTo>
                  <a:pt x="69470" y="43419"/>
                </a:lnTo>
                <a:lnTo>
                  <a:pt x="69470" y="26051"/>
                </a:lnTo>
                <a:cubicBezTo>
                  <a:pt x="69470" y="16472"/>
                  <a:pt x="61682" y="8684"/>
                  <a:pt x="52103" y="8684"/>
                </a:cubicBezTo>
                <a:cubicBezTo>
                  <a:pt x="42523" y="8684"/>
                  <a:pt x="34735" y="16472"/>
                  <a:pt x="34735" y="26051"/>
                </a:cubicBezTo>
                <a:close/>
                <a:moveTo>
                  <a:pt x="17368" y="43419"/>
                </a:moveTo>
                <a:lnTo>
                  <a:pt x="17368" y="26051"/>
                </a:lnTo>
                <a:cubicBezTo>
                  <a:pt x="17368" y="6866"/>
                  <a:pt x="32917" y="-8684"/>
                  <a:pt x="52103" y="-8684"/>
                </a:cubicBezTo>
                <a:cubicBezTo>
                  <a:pt x="71288" y="-8684"/>
                  <a:pt x="86838" y="6866"/>
                  <a:pt x="86838" y="26051"/>
                </a:cubicBezTo>
                <a:lnTo>
                  <a:pt x="86838" y="43419"/>
                </a:lnTo>
                <a:cubicBezTo>
                  <a:pt x="96417" y="43419"/>
                  <a:pt x="104205" y="51207"/>
                  <a:pt x="104205" y="60786"/>
                </a:cubicBezTo>
                <a:lnTo>
                  <a:pt x="104205" y="121573"/>
                </a:lnTo>
                <a:cubicBezTo>
                  <a:pt x="104205" y="131152"/>
                  <a:pt x="96417" y="138940"/>
                  <a:pt x="86838" y="138940"/>
                </a:cubicBezTo>
                <a:lnTo>
                  <a:pt x="17368" y="138940"/>
                </a:lnTo>
                <a:cubicBezTo>
                  <a:pt x="7788" y="138940"/>
                  <a:pt x="0" y="131152"/>
                  <a:pt x="0" y="121573"/>
                </a:cubicBezTo>
                <a:lnTo>
                  <a:pt x="0" y="60786"/>
                </a:lnTo>
                <a:cubicBezTo>
                  <a:pt x="0" y="51207"/>
                  <a:pt x="7788" y="43419"/>
                  <a:pt x="17368" y="43419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376" y="2570393"/>
            <a:ext cx="877060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Blocking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5231" y="2848274"/>
            <a:ext cx="5166838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Temporarily restricts access to social media and entertainment applications during study sessions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1026" y="3404034"/>
            <a:ext cx="5314462" cy="659966"/>
          </a:xfrm>
          <a:custGeom>
            <a:avLst/>
            <a:gdLst/>
            <a:ahLst/>
            <a:cxnLst/>
            <a:rect l="l" t="t" r="r" b="b"/>
            <a:pathLst>
              <a:path w="5314462" h="659966">
                <a:moveTo>
                  <a:pt x="69468" y="0"/>
                </a:moveTo>
                <a:lnTo>
                  <a:pt x="5244994" y="0"/>
                </a:lnTo>
                <a:cubicBezTo>
                  <a:pt x="5283360" y="0"/>
                  <a:pt x="5314462" y="31102"/>
                  <a:pt x="5314462" y="69468"/>
                </a:cubicBezTo>
                <a:lnTo>
                  <a:pt x="5314462" y="590498"/>
                </a:lnTo>
                <a:cubicBezTo>
                  <a:pt x="5314462" y="628864"/>
                  <a:pt x="5283360" y="659966"/>
                  <a:pt x="5244994" y="659966"/>
                </a:cubicBezTo>
                <a:lnTo>
                  <a:pt x="69468" y="659966"/>
                </a:lnTo>
                <a:cubicBezTo>
                  <a:pt x="31128" y="659966"/>
                  <a:pt x="0" y="628838"/>
                  <a:pt x="0" y="590498"/>
                </a:cubicBezTo>
                <a:lnTo>
                  <a:pt x="0" y="69468"/>
                </a:lnTo>
                <a:cubicBezTo>
                  <a:pt x="0" y="31128"/>
                  <a:pt x="31128" y="0"/>
                  <a:pt x="6946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2598" y="3542974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0"/>
                </a:moveTo>
                <a:cubicBezTo>
                  <a:pt x="107812" y="0"/>
                  <a:pt x="138940" y="31129"/>
                  <a:pt x="138940" y="69470"/>
                </a:cubicBezTo>
                <a:cubicBezTo>
                  <a:pt x="138940" y="107812"/>
                  <a:pt x="107812" y="138940"/>
                  <a:pt x="69470" y="138940"/>
                </a:cubicBezTo>
                <a:cubicBezTo>
                  <a:pt x="31129" y="138940"/>
                  <a:pt x="0" y="107812"/>
                  <a:pt x="0" y="69470"/>
                </a:cubicBezTo>
                <a:cubicBezTo>
                  <a:pt x="0" y="31129"/>
                  <a:pt x="31129" y="0"/>
                  <a:pt x="69470" y="0"/>
                </a:cubicBezTo>
                <a:close/>
                <a:moveTo>
                  <a:pt x="62957" y="32564"/>
                </a:moveTo>
                <a:lnTo>
                  <a:pt x="62957" y="69470"/>
                </a:lnTo>
                <a:cubicBezTo>
                  <a:pt x="62957" y="71641"/>
                  <a:pt x="64043" y="73676"/>
                  <a:pt x="65861" y="74897"/>
                </a:cubicBezTo>
                <a:lnTo>
                  <a:pt x="91912" y="92265"/>
                </a:lnTo>
                <a:cubicBezTo>
                  <a:pt x="94897" y="94273"/>
                  <a:pt x="98941" y="93459"/>
                  <a:pt x="100949" y="90447"/>
                </a:cubicBezTo>
                <a:cubicBezTo>
                  <a:pt x="102957" y="87435"/>
                  <a:pt x="102143" y="83418"/>
                  <a:pt x="99131" y="81410"/>
                </a:cubicBezTo>
                <a:lnTo>
                  <a:pt x="75983" y="65997"/>
                </a:lnTo>
                <a:lnTo>
                  <a:pt x="75983" y="32564"/>
                </a:lnTo>
                <a:cubicBezTo>
                  <a:pt x="75983" y="28955"/>
                  <a:pt x="73079" y="26051"/>
                  <a:pt x="69470" y="26051"/>
                </a:cubicBezTo>
                <a:cubicBezTo>
                  <a:pt x="65861" y="26051"/>
                  <a:pt x="62957" y="28955"/>
                  <a:pt x="62957" y="32564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376" y="3508239"/>
            <a:ext cx="105941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Buff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5231" y="3786120"/>
            <a:ext cx="516683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5-10 minute emergency windows ensure safety without compromising focus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1026" y="4168205"/>
            <a:ext cx="5314462" cy="659966"/>
          </a:xfrm>
          <a:custGeom>
            <a:avLst/>
            <a:gdLst/>
            <a:ahLst/>
            <a:cxnLst/>
            <a:rect l="l" t="t" r="r" b="b"/>
            <a:pathLst>
              <a:path w="5314462" h="659966">
                <a:moveTo>
                  <a:pt x="69468" y="0"/>
                </a:moveTo>
                <a:lnTo>
                  <a:pt x="5244994" y="0"/>
                </a:lnTo>
                <a:cubicBezTo>
                  <a:pt x="5283360" y="0"/>
                  <a:pt x="5314462" y="31102"/>
                  <a:pt x="5314462" y="69468"/>
                </a:cubicBezTo>
                <a:lnTo>
                  <a:pt x="5314462" y="590498"/>
                </a:lnTo>
                <a:cubicBezTo>
                  <a:pt x="5314462" y="628864"/>
                  <a:pt x="5283360" y="659966"/>
                  <a:pt x="5244994" y="659966"/>
                </a:cubicBezTo>
                <a:lnTo>
                  <a:pt x="69468" y="659966"/>
                </a:lnTo>
                <a:cubicBezTo>
                  <a:pt x="31128" y="659966"/>
                  <a:pt x="0" y="628838"/>
                  <a:pt x="0" y="590498"/>
                </a:cubicBezTo>
                <a:lnTo>
                  <a:pt x="0" y="69468"/>
                </a:lnTo>
                <a:cubicBezTo>
                  <a:pt x="0" y="31128"/>
                  <a:pt x="31128" y="0"/>
                  <a:pt x="6946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51282" y="4307145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60786" y="0"/>
                </a:moveTo>
                <a:cubicBezTo>
                  <a:pt x="55983" y="0"/>
                  <a:pt x="52103" y="3881"/>
                  <a:pt x="52103" y="8684"/>
                </a:cubicBezTo>
                <a:lnTo>
                  <a:pt x="52103" y="9552"/>
                </a:lnTo>
                <a:cubicBezTo>
                  <a:pt x="32293" y="13568"/>
                  <a:pt x="17368" y="31099"/>
                  <a:pt x="17368" y="52103"/>
                </a:cubicBezTo>
                <a:lnTo>
                  <a:pt x="17368" y="57991"/>
                </a:lnTo>
                <a:cubicBezTo>
                  <a:pt x="17368" y="71044"/>
                  <a:pt x="12917" y="83717"/>
                  <a:pt x="4776" y="93920"/>
                </a:cubicBezTo>
                <a:lnTo>
                  <a:pt x="2117" y="97231"/>
                </a:lnTo>
                <a:cubicBezTo>
                  <a:pt x="733" y="98941"/>
                  <a:pt x="0" y="101057"/>
                  <a:pt x="0" y="103255"/>
                </a:cubicBezTo>
                <a:cubicBezTo>
                  <a:pt x="0" y="108574"/>
                  <a:pt x="4315" y="112889"/>
                  <a:pt x="9634" y="112889"/>
                </a:cubicBezTo>
                <a:lnTo>
                  <a:pt x="111912" y="112889"/>
                </a:lnTo>
                <a:cubicBezTo>
                  <a:pt x="117231" y="112889"/>
                  <a:pt x="121546" y="108574"/>
                  <a:pt x="121546" y="103255"/>
                </a:cubicBezTo>
                <a:cubicBezTo>
                  <a:pt x="121546" y="101057"/>
                  <a:pt x="120813" y="98941"/>
                  <a:pt x="119429" y="97231"/>
                </a:cubicBezTo>
                <a:lnTo>
                  <a:pt x="116769" y="93920"/>
                </a:lnTo>
                <a:cubicBezTo>
                  <a:pt x="108656" y="83717"/>
                  <a:pt x="104205" y="71044"/>
                  <a:pt x="104205" y="57991"/>
                </a:cubicBezTo>
                <a:lnTo>
                  <a:pt x="104205" y="52103"/>
                </a:lnTo>
                <a:cubicBezTo>
                  <a:pt x="104205" y="31099"/>
                  <a:pt x="89280" y="13568"/>
                  <a:pt x="69470" y="9552"/>
                </a:cubicBezTo>
                <a:lnTo>
                  <a:pt x="69470" y="8684"/>
                </a:lnTo>
                <a:cubicBezTo>
                  <a:pt x="69470" y="3881"/>
                  <a:pt x="65590" y="0"/>
                  <a:pt x="60786" y="0"/>
                </a:cubicBezTo>
                <a:close/>
                <a:moveTo>
                  <a:pt x="43962" y="125915"/>
                </a:moveTo>
                <a:cubicBezTo>
                  <a:pt x="45888" y="133404"/>
                  <a:pt x="52700" y="138940"/>
                  <a:pt x="60786" y="138940"/>
                </a:cubicBezTo>
                <a:cubicBezTo>
                  <a:pt x="68873" y="138940"/>
                  <a:pt x="75684" y="133404"/>
                  <a:pt x="77611" y="125915"/>
                </a:cubicBezTo>
                <a:lnTo>
                  <a:pt x="43962" y="125915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376" y="4272410"/>
            <a:ext cx="104205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Auto-Activation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5231" y="4550291"/>
            <a:ext cx="516683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Triggers during scheduled study sessions or if daily targets are missed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4683" y="1667282"/>
            <a:ext cx="5661812" cy="1927795"/>
          </a:xfrm>
          <a:custGeom>
            <a:avLst/>
            <a:gdLst/>
            <a:ahLst/>
            <a:cxnLst/>
            <a:rect l="l" t="t" r="r" b="b"/>
            <a:pathLst>
              <a:path w="5661812" h="1927795">
                <a:moveTo>
                  <a:pt x="138936" y="0"/>
                </a:moveTo>
                <a:lnTo>
                  <a:pt x="5522876" y="0"/>
                </a:lnTo>
                <a:cubicBezTo>
                  <a:pt x="5599608" y="0"/>
                  <a:pt x="5661812" y="62204"/>
                  <a:pt x="5661812" y="138936"/>
                </a:cubicBezTo>
                <a:lnTo>
                  <a:pt x="5661812" y="1788859"/>
                </a:lnTo>
                <a:cubicBezTo>
                  <a:pt x="5661812" y="1865540"/>
                  <a:pt x="5599557" y="1927795"/>
                  <a:pt x="5522876" y="1927795"/>
                </a:cubicBezTo>
                <a:lnTo>
                  <a:pt x="138936" y="1927795"/>
                </a:lnTo>
                <a:cubicBezTo>
                  <a:pt x="62204" y="1927795"/>
                  <a:pt x="0" y="1865591"/>
                  <a:pt x="0" y="1788859"/>
                </a:cubicBezTo>
                <a:lnTo>
                  <a:pt x="0" y="138936"/>
                </a:lnTo>
                <a:cubicBezTo>
                  <a:pt x="0" y="62255"/>
                  <a:pt x="62255" y="0"/>
                  <a:pt x="1389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8358" y="1840957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7299" y="1979897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94639" y="2117"/>
                </a:moveTo>
                <a:cubicBezTo>
                  <a:pt x="100704" y="-692"/>
                  <a:pt x="107706" y="-692"/>
                  <a:pt x="113771" y="2117"/>
                </a:cubicBezTo>
                <a:lnTo>
                  <a:pt x="202752" y="43229"/>
                </a:lnTo>
                <a:cubicBezTo>
                  <a:pt x="206212" y="44816"/>
                  <a:pt x="208410" y="48276"/>
                  <a:pt x="208410" y="52103"/>
                </a:cubicBezTo>
                <a:cubicBezTo>
                  <a:pt x="208410" y="55929"/>
                  <a:pt x="206212" y="59389"/>
                  <a:pt x="202752" y="60976"/>
                </a:cubicBezTo>
                <a:lnTo>
                  <a:pt x="113771" y="102088"/>
                </a:lnTo>
                <a:cubicBezTo>
                  <a:pt x="107706" y="104897"/>
                  <a:pt x="100704" y="104897"/>
                  <a:pt x="94639" y="102088"/>
                </a:cubicBezTo>
                <a:lnTo>
                  <a:pt x="5658" y="60976"/>
                </a:lnTo>
                <a:cubicBezTo>
                  <a:pt x="2198" y="59348"/>
                  <a:pt x="0" y="55888"/>
                  <a:pt x="0" y="52103"/>
                </a:cubicBezTo>
                <a:cubicBezTo>
                  <a:pt x="0" y="48317"/>
                  <a:pt x="2198" y="44816"/>
                  <a:pt x="5658" y="43229"/>
                </a:cubicBezTo>
                <a:lnTo>
                  <a:pt x="94639" y="2117"/>
                </a:lnTo>
                <a:close/>
                <a:moveTo>
                  <a:pt x="19579" y="88900"/>
                </a:moveTo>
                <a:lnTo>
                  <a:pt x="86458" y="119795"/>
                </a:lnTo>
                <a:cubicBezTo>
                  <a:pt x="97733" y="125005"/>
                  <a:pt x="110718" y="125005"/>
                  <a:pt x="121993" y="119795"/>
                </a:cubicBezTo>
                <a:lnTo>
                  <a:pt x="188872" y="88900"/>
                </a:lnTo>
                <a:lnTo>
                  <a:pt x="202752" y="95331"/>
                </a:lnTo>
                <a:cubicBezTo>
                  <a:pt x="206212" y="96919"/>
                  <a:pt x="208410" y="100379"/>
                  <a:pt x="208410" y="104205"/>
                </a:cubicBezTo>
                <a:cubicBezTo>
                  <a:pt x="208410" y="108031"/>
                  <a:pt x="206212" y="111491"/>
                  <a:pt x="202752" y="113079"/>
                </a:cubicBezTo>
                <a:lnTo>
                  <a:pt x="113771" y="154191"/>
                </a:lnTo>
                <a:cubicBezTo>
                  <a:pt x="107706" y="157000"/>
                  <a:pt x="100704" y="157000"/>
                  <a:pt x="94639" y="154191"/>
                </a:cubicBezTo>
                <a:lnTo>
                  <a:pt x="5658" y="113079"/>
                </a:lnTo>
                <a:cubicBezTo>
                  <a:pt x="2198" y="111451"/>
                  <a:pt x="0" y="107991"/>
                  <a:pt x="0" y="104205"/>
                </a:cubicBezTo>
                <a:cubicBezTo>
                  <a:pt x="0" y="100420"/>
                  <a:pt x="2198" y="96919"/>
                  <a:pt x="5658" y="95331"/>
                </a:cubicBezTo>
                <a:lnTo>
                  <a:pt x="19538" y="88900"/>
                </a:lnTo>
                <a:close/>
                <a:moveTo>
                  <a:pt x="5658" y="147434"/>
                </a:moveTo>
                <a:lnTo>
                  <a:pt x="19538" y="141003"/>
                </a:lnTo>
                <a:lnTo>
                  <a:pt x="86417" y="171898"/>
                </a:lnTo>
                <a:cubicBezTo>
                  <a:pt x="97692" y="177108"/>
                  <a:pt x="110677" y="177108"/>
                  <a:pt x="121953" y="171898"/>
                </a:cubicBezTo>
                <a:lnTo>
                  <a:pt x="188831" y="141003"/>
                </a:lnTo>
                <a:lnTo>
                  <a:pt x="202712" y="147434"/>
                </a:lnTo>
                <a:cubicBezTo>
                  <a:pt x="206171" y="149021"/>
                  <a:pt x="208370" y="152481"/>
                  <a:pt x="208370" y="156308"/>
                </a:cubicBezTo>
                <a:cubicBezTo>
                  <a:pt x="208370" y="160134"/>
                  <a:pt x="206171" y="163594"/>
                  <a:pt x="202712" y="165181"/>
                </a:cubicBezTo>
                <a:lnTo>
                  <a:pt x="113730" y="206294"/>
                </a:lnTo>
                <a:cubicBezTo>
                  <a:pt x="107665" y="209102"/>
                  <a:pt x="100664" y="209102"/>
                  <a:pt x="94599" y="206294"/>
                </a:cubicBezTo>
                <a:lnTo>
                  <a:pt x="5658" y="165181"/>
                </a:lnTo>
                <a:cubicBezTo>
                  <a:pt x="2198" y="163553"/>
                  <a:pt x="0" y="160093"/>
                  <a:pt x="0" y="156308"/>
                </a:cubicBezTo>
                <a:cubicBezTo>
                  <a:pt x="0" y="152522"/>
                  <a:pt x="2198" y="149021"/>
                  <a:pt x="5658" y="1474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983589" y="1840957"/>
            <a:ext cx="2327248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Draw-Over Permissions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83589" y="2139570"/>
            <a:ext cx="1745436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Persistent Accountability Alerts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8358" y="2466188"/>
            <a:ext cx="5383932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Displays </a:t>
            </a:r>
            <a:r>
              <a:rPr lang="en-US" sz="1094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intrusive reminders</a:t>
            </a:r>
            <a:r>
              <a:rPr lang="en-US" sz="10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 the user neglects critical tasks (e.g., failing to upload a syllabus). Alerts become persistent and cannot be dismissed if the user repeatedly ignores tasks.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5726" y="3273778"/>
            <a:ext cx="121573" cy="121573"/>
          </a:xfrm>
          <a:custGeom>
            <a:avLst/>
            <a:gdLst/>
            <a:ahLst/>
            <a:cxnLst/>
            <a:rect l="l" t="t" r="r" b="b"/>
            <a:pathLst>
              <a:path w="121573" h="121573">
                <a:moveTo>
                  <a:pt x="60786" y="121573"/>
                </a:moveTo>
                <a:cubicBezTo>
                  <a:pt x="94335" y="121573"/>
                  <a:pt x="121573" y="94335"/>
                  <a:pt x="121573" y="60786"/>
                </a:cubicBezTo>
                <a:cubicBezTo>
                  <a:pt x="121573" y="27237"/>
                  <a:pt x="94335" y="0"/>
                  <a:pt x="60786" y="0"/>
                </a:cubicBezTo>
                <a:cubicBezTo>
                  <a:pt x="27237" y="0"/>
                  <a:pt x="0" y="27237"/>
                  <a:pt x="0" y="60786"/>
                </a:cubicBezTo>
                <a:cubicBezTo>
                  <a:pt x="0" y="94335"/>
                  <a:pt x="27237" y="121573"/>
                  <a:pt x="60786" y="121573"/>
                </a:cubicBezTo>
                <a:close/>
                <a:moveTo>
                  <a:pt x="60786" y="32293"/>
                </a:moveTo>
                <a:cubicBezTo>
                  <a:pt x="63944" y="32293"/>
                  <a:pt x="66485" y="34833"/>
                  <a:pt x="66485" y="37991"/>
                </a:cubicBezTo>
                <a:lnTo>
                  <a:pt x="66485" y="64585"/>
                </a:lnTo>
                <a:cubicBezTo>
                  <a:pt x="66485" y="67744"/>
                  <a:pt x="63944" y="70284"/>
                  <a:pt x="60786" y="70284"/>
                </a:cubicBezTo>
                <a:cubicBezTo>
                  <a:pt x="57628" y="70284"/>
                  <a:pt x="55088" y="67744"/>
                  <a:pt x="55088" y="64585"/>
                </a:cubicBezTo>
                <a:lnTo>
                  <a:pt x="55088" y="37991"/>
                </a:lnTo>
                <a:cubicBezTo>
                  <a:pt x="55088" y="34833"/>
                  <a:pt x="57628" y="32293"/>
                  <a:pt x="60786" y="32293"/>
                </a:cubicBezTo>
                <a:close/>
                <a:moveTo>
                  <a:pt x="54447" y="83581"/>
                </a:moveTo>
                <a:cubicBezTo>
                  <a:pt x="54302" y="81228"/>
                  <a:pt x="55476" y="78989"/>
                  <a:pt x="57493" y="77769"/>
                </a:cubicBezTo>
                <a:cubicBezTo>
                  <a:pt x="59511" y="76549"/>
                  <a:pt x="62038" y="76549"/>
                  <a:pt x="64056" y="77769"/>
                </a:cubicBezTo>
                <a:cubicBezTo>
                  <a:pt x="66073" y="78989"/>
                  <a:pt x="67247" y="81228"/>
                  <a:pt x="67102" y="83581"/>
                </a:cubicBezTo>
                <a:cubicBezTo>
                  <a:pt x="67247" y="85934"/>
                  <a:pt x="66073" y="88173"/>
                  <a:pt x="64056" y="89394"/>
                </a:cubicBezTo>
                <a:cubicBezTo>
                  <a:pt x="62038" y="90614"/>
                  <a:pt x="59511" y="90614"/>
                  <a:pt x="57493" y="89394"/>
                </a:cubicBezTo>
                <a:cubicBezTo>
                  <a:pt x="55476" y="88173"/>
                  <a:pt x="54302" y="85934"/>
                  <a:pt x="54447" y="83581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9" name="Text 27"/>
          <p:cNvSpPr/>
          <p:nvPr/>
        </p:nvSpPr>
        <p:spPr>
          <a:xfrm>
            <a:off x="6579794" y="3247726"/>
            <a:ext cx="1988581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Escalation logic ensures compliance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4683" y="3734017"/>
            <a:ext cx="5661812" cy="1702017"/>
          </a:xfrm>
          <a:custGeom>
            <a:avLst/>
            <a:gdLst/>
            <a:ahLst/>
            <a:cxnLst/>
            <a:rect l="l" t="t" r="r" b="b"/>
            <a:pathLst>
              <a:path w="5661812" h="1702017">
                <a:moveTo>
                  <a:pt x="138936" y="0"/>
                </a:moveTo>
                <a:lnTo>
                  <a:pt x="5522876" y="0"/>
                </a:lnTo>
                <a:cubicBezTo>
                  <a:pt x="5599608" y="0"/>
                  <a:pt x="5661812" y="62204"/>
                  <a:pt x="5661812" y="138936"/>
                </a:cubicBezTo>
                <a:lnTo>
                  <a:pt x="5661812" y="1563081"/>
                </a:lnTo>
                <a:cubicBezTo>
                  <a:pt x="5661812" y="1639813"/>
                  <a:pt x="5599608" y="1702017"/>
                  <a:pt x="5522876" y="1702017"/>
                </a:cubicBezTo>
                <a:lnTo>
                  <a:pt x="138936" y="1702017"/>
                </a:lnTo>
                <a:cubicBezTo>
                  <a:pt x="62204" y="1702017"/>
                  <a:pt x="0" y="1639813"/>
                  <a:pt x="0" y="1563081"/>
                </a:cubicBezTo>
                <a:lnTo>
                  <a:pt x="0" y="138936"/>
                </a:lnTo>
                <a:cubicBezTo>
                  <a:pt x="0" y="62204"/>
                  <a:pt x="62204" y="0"/>
                  <a:pt x="1389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8358" y="3907692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97299" y="4046632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>
                <a:moveTo>
                  <a:pt x="104205" y="0"/>
                </a:moveTo>
                <a:cubicBezTo>
                  <a:pt x="106078" y="0"/>
                  <a:pt x="107950" y="407"/>
                  <a:pt x="109660" y="1180"/>
                </a:cubicBezTo>
                <a:lnTo>
                  <a:pt x="186348" y="33704"/>
                </a:lnTo>
                <a:cubicBezTo>
                  <a:pt x="195303" y="37489"/>
                  <a:pt x="201979" y="46322"/>
                  <a:pt x="201938" y="56987"/>
                </a:cubicBezTo>
                <a:cubicBezTo>
                  <a:pt x="201735" y="97367"/>
                  <a:pt x="185127" y="171246"/>
                  <a:pt x="114992" y="204828"/>
                </a:cubicBezTo>
                <a:cubicBezTo>
                  <a:pt x="108194" y="208085"/>
                  <a:pt x="100297" y="208085"/>
                  <a:pt x="93500" y="204828"/>
                </a:cubicBezTo>
                <a:cubicBezTo>
                  <a:pt x="23324" y="171246"/>
                  <a:pt x="6757" y="97367"/>
                  <a:pt x="6554" y="56987"/>
                </a:cubicBezTo>
                <a:cubicBezTo>
                  <a:pt x="6513" y="46322"/>
                  <a:pt x="13188" y="37489"/>
                  <a:pt x="22144" y="33704"/>
                </a:cubicBezTo>
                <a:lnTo>
                  <a:pt x="98791" y="1180"/>
                </a:lnTo>
                <a:cubicBezTo>
                  <a:pt x="100501" y="407"/>
                  <a:pt x="102333" y="0"/>
                  <a:pt x="104205" y="0"/>
                </a:cubicBezTo>
                <a:close/>
                <a:moveTo>
                  <a:pt x="104205" y="27191"/>
                </a:moveTo>
                <a:lnTo>
                  <a:pt x="104205" y="181097"/>
                </a:lnTo>
                <a:cubicBezTo>
                  <a:pt x="160378" y="153906"/>
                  <a:pt x="175480" y="93663"/>
                  <a:pt x="175846" y="57598"/>
                </a:cubicBezTo>
                <a:lnTo>
                  <a:pt x="104205" y="27232"/>
                </a:lnTo>
                <a:lnTo>
                  <a:pt x="104205" y="272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983589" y="3907692"/>
            <a:ext cx="2249094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Device Admin Security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3589" y="4206305"/>
            <a:ext cx="140188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Tamper-Proof Protection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8358" y="4532923"/>
            <a:ext cx="5383932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Operates as a </a:t>
            </a:r>
            <a:r>
              <a:rPr lang="en-US" sz="1094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 Admin app</a:t>
            </a:r>
            <a:r>
              <a:rPr lang="en-US" sz="10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prevent unauthorized uninstallation during active academic terms, ensuring consistent adherence to the study regimen.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5726" y="5114735"/>
            <a:ext cx="121573" cy="121573"/>
          </a:xfrm>
          <a:custGeom>
            <a:avLst/>
            <a:gdLst/>
            <a:ahLst/>
            <a:cxnLst/>
            <a:rect l="l" t="t" r="r" b="b"/>
            <a:pathLst>
              <a:path w="121573" h="121573">
                <a:moveTo>
                  <a:pt x="60786" y="121573"/>
                </a:moveTo>
                <a:cubicBezTo>
                  <a:pt x="94335" y="121573"/>
                  <a:pt x="121573" y="94335"/>
                  <a:pt x="121573" y="60786"/>
                </a:cubicBezTo>
                <a:cubicBezTo>
                  <a:pt x="121573" y="27237"/>
                  <a:pt x="94335" y="0"/>
                  <a:pt x="60786" y="0"/>
                </a:cubicBezTo>
                <a:cubicBezTo>
                  <a:pt x="27237" y="0"/>
                  <a:pt x="0" y="27237"/>
                  <a:pt x="0" y="60786"/>
                </a:cubicBezTo>
                <a:cubicBezTo>
                  <a:pt x="0" y="94335"/>
                  <a:pt x="27237" y="121573"/>
                  <a:pt x="60786" y="121573"/>
                </a:cubicBezTo>
                <a:close/>
                <a:moveTo>
                  <a:pt x="80827" y="50505"/>
                </a:moveTo>
                <a:lnTo>
                  <a:pt x="61831" y="80898"/>
                </a:lnTo>
                <a:cubicBezTo>
                  <a:pt x="60834" y="82489"/>
                  <a:pt x="59124" y="83486"/>
                  <a:pt x="57248" y="83581"/>
                </a:cubicBezTo>
                <a:cubicBezTo>
                  <a:pt x="55373" y="83676"/>
                  <a:pt x="53568" y="82821"/>
                  <a:pt x="52452" y="81302"/>
                </a:cubicBezTo>
                <a:lnTo>
                  <a:pt x="41055" y="66105"/>
                </a:lnTo>
                <a:cubicBezTo>
                  <a:pt x="39155" y="63588"/>
                  <a:pt x="39677" y="60026"/>
                  <a:pt x="42194" y="58127"/>
                </a:cubicBezTo>
                <a:cubicBezTo>
                  <a:pt x="44711" y="56227"/>
                  <a:pt x="48273" y="56750"/>
                  <a:pt x="50172" y="59267"/>
                </a:cubicBezTo>
                <a:lnTo>
                  <a:pt x="56584" y="67815"/>
                </a:lnTo>
                <a:lnTo>
                  <a:pt x="71163" y="44474"/>
                </a:lnTo>
                <a:cubicBezTo>
                  <a:pt x="72825" y="41814"/>
                  <a:pt x="76339" y="40983"/>
                  <a:pt x="79022" y="42669"/>
                </a:cubicBezTo>
                <a:cubicBezTo>
                  <a:pt x="81705" y="44355"/>
                  <a:pt x="82513" y="47845"/>
                  <a:pt x="80827" y="50529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7" name="Text 35"/>
          <p:cNvSpPr/>
          <p:nvPr/>
        </p:nvSpPr>
        <p:spPr>
          <a:xfrm>
            <a:off x="6579794" y="5088684"/>
            <a:ext cx="164991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Non-uninstallable during term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7350" y="5748650"/>
            <a:ext cx="11497299" cy="764171"/>
          </a:xfrm>
          <a:custGeom>
            <a:avLst/>
            <a:gdLst/>
            <a:ahLst/>
            <a:cxnLst/>
            <a:rect l="l" t="t" r="r" b="b"/>
            <a:pathLst>
              <a:path w="11497299" h="764171">
                <a:moveTo>
                  <a:pt x="104202" y="0"/>
                </a:moveTo>
                <a:lnTo>
                  <a:pt x="11393097" y="0"/>
                </a:lnTo>
                <a:cubicBezTo>
                  <a:pt x="11450646" y="0"/>
                  <a:pt x="11497299" y="46653"/>
                  <a:pt x="11497299" y="104202"/>
                </a:cubicBezTo>
                <a:lnTo>
                  <a:pt x="11497299" y="659969"/>
                </a:lnTo>
                <a:cubicBezTo>
                  <a:pt x="11497299" y="717518"/>
                  <a:pt x="11450646" y="764171"/>
                  <a:pt x="11393097" y="764171"/>
                </a:cubicBezTo>
                <a:lnTo>
                  <a:pt x="104202" y="764171"/>
                </a:lnTo>
                <a:cubicBezTo>
                  <a:pt x="46692" y="764171"/>
                  <a:pt x="0" y="717479"/>
                  <a:pt x="0" y="659969"/>
                </a:cubicBezTo>
                <a:lnTo>
                  <a:pt x="0" y="104202"/>
                </a:lnTo>
                <a:cubicBezTo>
                  <a:pt x="0" y="46692"/>
                  <a:pt x="46692" y="0"/>
                  <a:pt x="104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34C759"/>
              </a:gs>
            </a:gsLst>
            <a:lin ang="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538393" y="6026530"/>
            <a:ext cx="156308" cy="208410"/>
          </a:xfrm>
          <a:custGeom>
            <a:avLst/>
            <a:gdLst/>
            <a:ahLst/>
            <a:cxnLst/>
            <a:rect l="l" t="t" r="r" b="b"/>
            <a:pathLst>
              <a:path w="156308" h="208410">
                <a:moveTo>
                  <a:pt x="6513" y="26051"/>
                </a:moveTo>
                <a:cubicBezTo>
                  <a:pt x="6513" y="11682"/>
                  <a:pt x="18195" y="0"/>
                  <a:pt x="32564" y="0"/>
                </a:cubicBezTo>
                <a:lnTo>
                  <a:pt x="123744" y="0"/>
                </a:lnTo>
                <a:cubicBezTo>
                  <a:pt x="138113" y="0"/>
                  <a:pt x="149795" y="11682"/>
                  <a:pt x="149795" y="26051"/>
                </a:cubicBezTo>
                <a:lnTo>
                  <a:pt x="149795" y="182359"/>
                </a:lnTo>
                <a:cubicBezTo>
                  <a:pt x="149795" y="196728"/>
                  <a:pt x="138113" y="208410"/>
                  <a:pt x="123744" y="208410"/>
                </a:cubicBezTo>
                <a:lnTo>
                  <a:pt x="32564" y="208410"/>
                </a:lnTo>
                <a:cubicBezTo>
                  <a:pt x="18195" y="208410"/>
                  <a:pt x="6513" y="196728"/>
                  <a:pt x="6513" y="182359"/>
                </a:cubicBezTo>
                <a:lnTo>
                  <a:pt x="6513" y="26051"/>
                </a:lnTo>
                <a:close/>
                <a:moveTo>
                  <a:pt x="32564" y="26051"/>
                </a:moveTo>
                <a:lnTo>
                  <a:pt x="32564" y="149795"/>
                </a:lnTo>
                <a:lnTo>
                  <a:pt x="123744" y="149795"/>
                </a:lnTo>
                <a:lnTo>
                  <a:pt x="123744" y="26051"/>
                </a:lnTo>
                <a:lnTo>
                  <a:pt x="32564" y="26051"/>
                </a:lnTo>
                <a:close/>
                <a:moveTo>
                  <a:pt x="78154" y="192128"/>
                </a:moveTo>
                <a:cubicBezTo>
                  <a:pt x="85359" y="192128"/>
                  <a:pt x="91179" y="186307"/>
                  <a:pt x="91179" y="179103"/>
                </a:cubicBezTo>
                <a:cubicBezTo>
                  <a:pt x="91179" y="171898"/>
                  <a:pt x="85359" y="166077"/>
                  <a:pt x="78154" y="166077"/>
                </a:cubicBezTo>
                <a:cubicBezTo>
                  <a:pt x="70949" y="166077"/>
                  <a:pt x="65128" y="171898"/>
                  <a:pt x="65128" y="179103"/>
                </a:cubicBezTo>
                <a:cubicBezTo>
                  <a:pt x="65128" y="186307"/>
                  <a:pt x="70949" y="192128"/>
                  <a:pt x="78154" y="1921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51009" y="5939692"/>
            <a:ext cx="257039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Android-First Strategy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1009" y="6148103"/>
            <a:ext cx="256170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iOS limitations prevent equivalent enforcement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614812" y="5887590"/>
            <a:ext cx="1094154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5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684282" y="6200205"/>
            <a:ext cx="1024684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Enforcement Rate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618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6343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Intelligent Schedule Parsing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6210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chaos to clarity: AI transforms unstructured communication into actionable schedules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2095500"/>
            <a:ext cx="6115050" cy="1219200"/>
          </a:xfrm>
          <a:custGeom>
            <a:avLst/>
            <a:gdLst/>
            <a:ahLst/>
            <a:cxnLst/>
            <a:rect l="l" t="t" r="r" b="b"/>
            <a:pathLst>
              <a:path w="6115050" h="1219200">
                <a:moveTo>
                  <a:pt x="152400" y="0"/>
                </a:moveTo>
                <a:lnTo>
                  <a:pt x="5962650" y="0"/>
                </a:lnTo>
                <a:cubicBezTo>
                  <a:pt x="6046762" y="0"/>
                  <a:pt x="6115050" y="68288"/>
                  <a:pt x="6115050" y="152400"/>
                </a:cubicBezTo>
                <a:lnTo>
                  <a:pt x="6115050" y="1066800"/>
                </a:lnTo>
                <a:cubicBezTo>
                  <a:pt x="6115050" y="1150912"/>
                  <a:pt x="6046762" y="1219200"/>
                  <a:pt x="596265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" name="Shape 5"/>
          <p:cNvSpPr/>
          <p:nvPr/>
        </p:nvSpPr>
        <p:spPr>
          <a:xfrm>
            <a:off x="716756" y="2419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1722" y="36128"/>
                </a:moveTo>
                <a:cubicBezTo>
                  <a:pt x="126132" y="20501"/>
                  <a:pt x="105370" y="11906"/>
                  <a:pt x="83307" y="11906"/>
                </a:cubicBezTo>
                <a:cubicBezTo>
                  <a:pt x="37765" y="11906"/>
                  <a:pt x="707" y="48964"/>
                  <a:pt x="707" y="94506"/>
                </a:cubicBezTo>
                <a:cubicBezTo>
                  <a:pt x="707" y="109054"/>
                  <a:pt x="4502" y="123267"/>
                  <a:pt x="11720" y="135806"/>
                </a:cubicBezTo>
                <a:lnTo>
                  <a:pt x="0" y="178594"/>
                </a:lnTo>
                <a:lnTo>
                  <a:pt x="43793" y="167097"/>
                </a:lnTo>
                <a:cubicBezTo>
                  <a:pt x="55848" y="173682"/>
                  <a:pt x="69428" y="177143"/>
                  <a:pt x="83269" y="177143"/>
                </a:cubicBezTo>
                <a:lnTo>
                  <a:pt x="83307" y="177143"/>
                </a:lnTo>
                <a:cubicBezTo>
                  <a:pt x="128811" y="177143"/>
                  <a:pt x="166688" y="140084"/>
                  <a:pt x="166688" y="94543"/>
                </a:cubicBezTo>
                <a:cubicBezTo>
                  <a:pt x="166688" y="72479"/>
                  <a:pt x="157311" y="51755"/>
                  <a:pt x="141722" y="36128"/>
                </a:cubicBezTo>
                <a:close/>
                <a:moveTo>
                  <a:pt x="83307" y="163227"/>
                </a:moveTo>
                <a:cubicBezTo>
                  <a:pt x="70954" y="163227"/>
                  <a:pt x="58862" y="159916"/>
                  <a:pt x="48332" y="153665"/>
                </a:cubicBezTo>
                <a:lnTo>
                  <a:pt x="45839" y="152177"/>
                </a:lnTo>
                <a:lnTo>
                  <a:pt x="19869" y="158986"/>
                </a:lnTo>
                <a:lnTo>
                  <a:pt x="26789" y="133648"/>
                </a:lnTo>
                <a:lnTo>
                  <a:pt x="25152" y="131043"/>
                </a:lnTo>
                <a:cubicBezTo>
                  <a:pt x="18269" y="120104"/>
                  <a:pt x="14660" y="107491"/>
                  <a:pt x="14660" y="94506"/>
                </a:cubicBezTo>
                <a:cubicBezTo>
                  <a:pt x="14660" y="56666"/>
                  <a:pt x="45467" y="25859"/>
                  <a:pt x="83344" y="25859"/>
                </a:cubicBezTo>
                <a:cubicBezTo>
                  <a:pt x="101687" y="25859"/>
                  <a:pt x="118914" y="33003"/>
                  <a:pt x="131862" y="45988"/>
                </a:cubicBezTo>
                <a:cubicBezTo>
                  <a:pt x="144810" y="58973"/>
                  <a:pt x="152772" y="76200"/>
                  <a:pt x="152735" y="94543"/>
                </a:cubicBezTo>
                <a:cubicBezTo>
                  <a:pt x="152735" y="132420"/>
                  <a:pt x="121146" y="163227"/>
                  <a:pt x="83307" y="163227"/>
                </a:cubicBezTo>
                <a:close/>
                <a:moveTo>
                  <a:pt x="120960" y="111807"/>
                </a:moveTo>
                <a:cubicBezTo>
                  <a:pt x="118914" y="110765"/>
                  <a:pt x="108756" y="105780"/>
                  <a:pt x="106859" y="105110"/>
                </a:cubicBezTo>
                <a:cubicBezTo>
                  <a:pt x="104961" y="104403"/>
                  <a:pt x="103584" y="104068"/>
                  <a:pt x="102208" y="106152"/>
                </a:cubicBezTo>
                <a:cubicBezTo>
                  <a:pt x="100831" y="108235"/>
                  <a:pt x="96887" y="112849"/>
                  <a:pt x="95659" y="114263"/>
                </a:cubicBezTo>
                <a:cubicBezTo>
                  <a:pt x="94469" y="115639"/>
                  <a:pt x="93241" y="115825"/>
                  <a:pt x="91194" y="114784"/>
                </a:cubicBezTo>
                <a:cubicBezTo>
                  <a:pt x="79065" y="108719"/>
                  <a:pt x="71103" y="103956"/>
                  <a:pt x="63103" y="90227"/>
                </a:cubicBezTo>
                <a:cubicBezTo>
                  <a:pt x="60982" y="86581"/>
                  <a:pt x="65224" y="86841"/>
                  <a:pt x="69168" y="78953"/>
                </a:cubicBezTo>
                <a:cubicBezTo>
                  <a:pt x="69838" y="77577"/>
                  <a:pt x="69503" y="76386"/>
                  <a:pt x="68982" y="75344"/>
                </a:cubicBezTo>
                <a:cubicBezTo>
                  <a:pt x="68461" y="74302"/>
                  <a:pt x="64331" y="64145"/>
                  <a:pt x="62619" y="60015"/>
                </a:cubicBezTo>
                <a:cubicBezTo>
                  <a:pt x="60945" y="55997"/>
                  <a:pt x="59234" y="56555"/>
                  <a:pt x="57969" y="56480"/>
                </a:cubicBezTo>
                <a:cubicBezTo>
                  <a:pt x="56778" y="56406"/>
                  <a:pt x="55401" y="56406"/>
                  <a:pt x="54025" y="56406"/>
                </a:cubicBezTo>
                <a:cubicBezTo>
                  <a:pt x="52648" y="56406"/>
                  <a:pt x="50416" y="56927"/>
                  <a:pt x="48518" y="58973"/>
                </a:cubicBezTo>
                <a:cubicBezTo>
                  <a:pt x="46620" y="61057"/>
                  <a:pt x="41300" y="66042"/>
                  <a:pt x="41300" y="76200"/>
                </a:cubicBezTo>
                <a:cubicBezTo>
                  <a:pt x="41300" y="86358"/>
                  <a:pt x="48704" y="96180"/>
                  <a:pt x="49709" y="97557"/>
                </a:cubicBezTo>
                <a:cubicBezTo>
                  <a:pt x="50750" y="98933"/>
                  <a:pt x="64257" y="119769"/>
                  <a:pt x="84981" y="128736"/>
                </a:cubicBezTo>
                <a:cubicBezTo>
                  <a:pt x="98078" y="134392"/>
                  <a:pt x="103212" y="134875"/>
                  <a:pt x="109761" y="133908"/>
                </a:cubicBezTo>
                <a:cubicBezTo>
                  <a:pt x="113742" y="133313"/>
                  <a:pt x="121965" y="128922"/>
                  <a:pt x="123676" y="124085"/>
                </a:cubicBezTo>
                <a:cubicBezTo>
                  <a:pt x="125388" y="119249"/>
                  <a:pt x="125388" y="115119"/>
                  <a:pt x="124867" y="114263"/>
                </a:cubicBezTo>
                <a:cubicBezTo>
                  <a:pt x="124383" y="113333"/>
                  <a:pt x="123006" y="112812"/>
                  <a:pt x="120960" y="1118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22860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Notification Access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2628900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Utilizes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 access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analyze communication platforms (e.g., WhatsApp groups) for keywords related to exams, deadlines, or schedules.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467100"/>
            <a:ext cx="6115050" cy="1219200"/>
          </a:xfrm>
          <a:custGeom>
            <a:avLst/>
            <a:gdLst/>
            <a:ahLst/>
            <a:cxnLst/>
            <a:rect l="l" t="t" r="r" b="b"/>
            <a:pathLst>
              <a:path w="6115050" h="1219200">
                <a:moveTo>
                  <a:pt x="152400" y="0"/>
                </a:moveTo>
                <a:lnTo>
                  <a:pt x="5962650" y="0"/>
                </a:lnTo>
                <a:cubicBezTo>
                  <a:pt x="6046762" y="0"/>
                  <a:pt x="6115050" y="68288"/>
                  <a:pt x="6115050" y="152400"/>
                </a:cubicBezTo>
                <a:lnTo>
                  <a:pt x="6115050" y="1066800"/>
                </a:lnTo>
                <a:cubicBezTo>
                  <a:pt x="6115050" y="1150912"/>
                  <a:pt x="6046762" y="1219200"/>
                  <a:pt x="596265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3657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850" y="3790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36576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Automatic Detection &amp; Prompting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1100" y="4000500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prompts the user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add detected dates to the central database or upload relevant schedule documents immediately.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838700"/>
            <a:ext cx="6115050" cy="1219200"/>
          </a:xfrm>
          <a:custGeom>
            <a:avLst/>
            <a:gdLst/>
            <a:ahLst/>
            <a:cxnLst/>
            <a:rect l="l" t="t" r="r" b="b"/>
            <a:pathLst>
              <a:path w="6115050" h="1219200">
                <a:moveTo>
                  <a:pt x="152400" y="0"/>
                </a:moveTo>
                <a:lnTo>
                  <a:pt x="5962650" y="0"/>
                </a:lnTo>
                <a:cubicBezTo>
                  <a:pt x="6046762" y="0"/>
                  <a:pt x="6115050" y="68288"/>
                  <a:pt x="6115050" y="152400"/>
                </a:cubicBezTo>
                <a:lnTo>
                  <a:pt x="6115050" y="1066800"/>
                </a:lnTo>
                <a:cubicBezTo>
                  <a:pt x="6115050" y="1150912"/>
                  <a:pt x="6046762" y="1219200"/>
                  <a:pt x="596265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1500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63" y="5162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50292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Document Processing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1100" y="5372100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parses uploaded PDFs, images, and documents to extract schedule information, eliminating manual data entry.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04660" y="381000"/>
            <a:ext cx="5010150" cy="4381500"/>
          </a:xfrm>
          <a:custGeom>
            <a:avLst/>
            <a:gdLst/>
            <a:ahLst/>
            <a:cxnLst/>
            <a:rect l="l" t="t" r="r" b="b"/>
            <a:pathLst>
              <a:path w="5010150" h="4381500">
                <a:moveTo>
                  <a:pt x="152389" y="0"/>
                </a:moveTo>
                <a:lnTo>
                  <a:pt x="4857761" y="0"/>
                </a:lnTo>
                <a:cubicBezTo>
                  <a:pt x="4941867" y="0"/>
                  <a:pt x="5010150" y="68283"/>
                  <a:pt x="5010150" y="152389"/>
                </a:cubicBezTo>
                <a:lnTo>
                  <a:pt x="5010150" y="4229111"/>
                </a:lnTo>
                <a:cubicBezTo>
                  <a:pt x="5010150" y="4313273"/>
                  <a:pt x="4941923" y="4381500"/>
                  <a:pt x="4857761" y="4381500"/>
                </a:cubicBezTo>
                <a:lnTo>
                  <a:pt x="152389" y="4381500"/>
                </a:lnTo>
                <a:cubicBezTo>
                  <a:pt x="68283" y="4381500"/>
                  <a:pt x="0" y="4313217"/>
                  <a:pt x="0" y="42291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1" name="Text 19"/>
          <p:cNvSpPr/>
          <p:nvPr/>
        </p:nvSpPr>
        <p:spPr>
          <a:xfrm>
            <a:off x="6976110" y="609600"/>
            <a:ext cx="466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33260" y="11619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1619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66660" y="1142881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66660" y="1371481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Watches notifications 24/7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33260" y="17334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7334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66660" y="1714381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66660" y="1942981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Identifies schedule keywords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33260" y="23049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23049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66660" y="2285881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66660" y="2514481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Parses dates and details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33260" y="28764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28764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66660" y="2857381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66660" y="3085981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Asks user for confirmation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033260" y="34479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3447931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66660" y="3428881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66660" y="3657481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Updates Quantum Calendar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04660" y="4914900"/>
            <a:ext cx="5010150" cy="1562100"/>
          </a:xfrm>
          <a:custGeom>
            <a:avLst/>
            <a:gdLst/>
            <a:ahLst/>
            <a:cxnLst/>
            <a:rect l="l" t="t" r="r" b="b"/>
            <a:pathLst>
              <a:path w="5010150" h="1562100">
                <a:moveTo>
                  <a:pt x="152398" y="0"/>
                </a:moveTo>
                <a:lnTo>
                  <a:pt x="4857752" y="0"/>
                </a:lnTo>
                <a:cubicBezTo>
                  <a:pt x="4941919" y="0"/>
                  <a:pt x="5010150" y="68231"/>
                  <a:pt x="5010150" y="152398"/>
                </a:cubicBezTo>
                <a:lnTo>
                  <a:pt x="5010150" y="1409702"/>
                </a:lnTo>
                <a:cubicBezTo>
                  <a:pt x="5010150" y="1493869"/>
                  <a:pt x="4941919" y="1562100"/>
                  <a:pt x="4857752" y="1562100"/>
                </a:cubicBezTo>
                <a:lnTo>
                  <a:pt x="152398" y="1562100"/>
                </a:lnTo>
                <a:cubicBezTo>
                  <a:pt x="68231" y="1562100"/>
                  <a:pt x="0" y="1493869"/>
                  <a:pt x="0" y="14097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95160" y="5105400"/>
            <a:ext cx="471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Supported Sources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95160" y="5486400"/>
            <a:ext cx="2257425" cy="342900"/>
          </a:xfrm>
          <a:custGeom>
            <a:avLst/>
            <a:gdLst/>
            <a:ahLst/>
            <a:cxnLst/>
            <a:rect l="l" t="t" r="r" b="b"/>
            <a:pathLst>
              <a:path w="2257425" h="342900">
                <a:moveTo>
                  <a:pt x="76199" y="0"/>
                </a:moveTo>
                <a:lnTo>
                  <a:pt x="2181226" y="0"/>
                </a:lnTo>
                <a:cubicBezTo>
                  <a:pt x="2223309" y="0"/>
                  <a:pt x="2257425" y="34116"/>
                  <a:pt x="2257425" y="76199"/>
                </a:cubicBezTo>
                <a:lnTo>
                  <a:pt x="2257425" y="266701"/>
                </a:lnTo>
                <a:cubicBezTo>
                  <a:pt x="2257425" y="308784"/>
                  <a:pt x="2223309" y="342900"/>
                  <a:pt x="2181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5" name="Shape 43"/>
          <p:cNvSpPr/>
          <p:nvPr/>
        </p:nvSpPr>
        <p:spPr>
          <a:xfrm>
            <a:off x="7099935" y="5581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3377" y="28902"/>
                </a:moveTo>
                <a:cubicBezTo>
                  <a:pt x="100905" y="16401"/>
                  <a:pt x="84296" y="9525"/>
                  <a:pt x="66645" y="9525"/>
                </a:cubicBezTo>
                <a:cubicBezTo>
                  <a:pt x="30212" y="9525"/>
                  <a:pt x="566" y="39172"/>
                  <a:pt x="566" y="75605"/>
                </a:cubicBezTo>
                <a:cubicBezTo>
                  <a:pt x="566" y="87243"/>
                  <a:pt x="3602" y="98614"/>
                  <a:pt x="9376" y="108645"/>
                </a:cubicBezTo>
                <a:lnTo>
                  <a:pt x="0" y="142875"/>
                </a:lnTo>
                <a:lnTo>
                  <a:pt x="35034" y="133677"/>
                </a:lnTo>
                <a:cubicBezTo>
                  <a:pt x="44678" y="138946"/>
                  <a:pt x="55543" y="141714"/>
                  <a:pt x="66615" y="141714"/>
                </a:cubicBezTo>
                <a:lnTo>
                  <a:pt x="66645" y="141714"/>
                </a:lnTo>
                <a:cubicBezTo>
                  <a:pt x="103049" y="141714"/>
                  <a:pt x="133350" y="112068"/>
                  <a:pt x="133350" y="75634"/>
                </a:cubicBezTo>
                <a:cubicBezTo>
                  <a:pt x="133350" y="57983"/>
                  <a:pt x="125849" y="41404"/>
                  <a:pt x="113377" y="28902"/>
                </a:cubicBezTo>
                <a:close/>
                <a:moveTo>
                  <a:pt x="66645" y="130582"/>
                </a:moveTo>
                <a:cubicBezTo>
                  <a:pt x="56763" y="130582"/>
                  <a:pt x="47089" y="127933"/>
                  <a:pt x="38666" y="122932"/>
                </a:cubicBezTo>
                <a:lnTo>
                  <a:pt x="36671" y="121741"/>
                </a:lnTo>
                <a:lnTo>
                  <a:pt x="15895" y="127189"/>
                </a:lnTo>
                <a:lnTo>
                  <a:pt x="21431" y="106918"/>
                </a:lnTo>
                <a:lnTo>
                  <a:pt x="20122" y="104835"/>
                </a:lnTo>
                <a:cubicBezTo>
                  <a:pt x="14615" y="96083"/>
                  <a:pt x="11728" y="85993"/>
                  <a:pt x="11728" y="75605"/>
                </a:cubicBezTo>
                <a:cubicBezTo>
                  <a:pt x="11728" y="45333"/>
                  <a:pt x="36374" y="20687"/>
                  <a:pt x="66675" y="20687"/>
                </a:cubicBezTo>
                <a:cubicBezTo>
                  <a:pt x="81349" y="20687"/>
                  <a:pt x="95131" y="26402"/>
                  <a:pt x="105489" y="36790"/>
                </a:cubicBezTo>
                <a:cubicBezTo>
                  <a:pt x="115848" y="47179"/>
                  <a:pt x="122218" y="60960"/>
                  <a:pt x="122188" y="75634"/>
                </a:cubicBezTo>
                <a:cubicBezTo>
                  <a:pt x="122188" y="105936"/>
                  <a:pt x="96917" y="130582"/>
                  <a:pt x="66645" y="130582"/>
                </a:cubicBezTo>
                <a:close/>
                <a:moveTo>
                  <a:pt x="96768" y="89446"/>
                </a:moveTo>
                <a:cubicBezTo>
                  <a:pt x="95131" y="88612"/>
                  <a:pt x="87005" y="84624"/>
                  <a:pt x="85487" y="84088"/>
                </a:cubicBezTo>
                <a:cubicBezTo>
                  <a:pt x="83969" y="83522"/>
                  <a:pt x="82868" y="83254"/>
                  <a:pt x="81766" y="84921"/>
                </a:cubicBezTo>
                <a:cubicBezTo>
                  <a:pt x="80665" y="86588"/>
                  <a:pt x="77510" y="90279"/>
                  <a:pt x="76527" y="91410"/>
                </a:cubicBezTo>
                <a:cubicBezTo>
                  <a:pt x="75575" y="92512"/>
                  <a:pt x="74593" y="92660"/>
                  <a:pt x="72956" y="91827"/>
                </a:cubicBezTo>
                <a:cubicBezTo>
                  <a:pt x="63252" y="86975"/>
                  <a:pt x="56882" y="83165"/>
                  <a:pt x="50483" y="72182"/>
                </a:cubicBezTo>
                <a:cubicBezTo>
                  <a:pt x="48786" y="69265"/>
                  <a:pt x="52179" y="69473"/>
                  <a:pt x="55334" y="63163"/>
                </a:cubicBezTo>
                <a:cubicBezTo>
                  <a:pt x="55870" y="62061"/>
                  <a:pt x="55602" y="61109"/>
                  <a:pt x="55185" y="60275"/>
                </a:cubicBezTo>
                <a:cubicBezTo>
                  <a:pt x="54769" y="59442"/>
                  <a:pt x="51465" y="51316"/>
                  <a:pt x="50096" y="48012"/>
                </a:cubicBezTo>
                <a:cubicBezTo>
                  <a:pt x="48756" y="44797"/>
                  <a:pt x="47387" y="45244"/>
                  <a:pt x="46375" y="45184"/>
                </a:cubicBezTo>
                <a:cubicBezTo>
                  <a:pt x="45422" y="45125"/>
                  <a:pt x="44321" y="45125"/>
                  <a:pt x="43220" y="45125"/>
                </a:cubicBezTo>
                <a:cubicBezTo>
                  <a:pt x="42118" y="45125"/>
                  <a:pt x="40332" y="45541"/>
                  <a:pt x="38814" y="47179"/>
                </a:cubicBezTo>
                <a:cubicBezTo>
                  <a:pt x="37296" y="48845"/>
                  <a:pt x="33040" y="52834"/>
                  <a:pt x="33040" y="60960"/>
                </a:cubicBezTo>
                <a:cubicBezTo>
                  <a:pt x="33040" y="69086"/>
                  <a:pt x="38963" y="76944"/>
                  <a:pt x="39767" y="78045"/>
                </a:cubicBezTo>
                <a:cubicBezTo>
                  <a:pt x="40600" y="79147"/>
                  <a:pt x="51405" y="95816"/>
                  <a:pt x="67985" y="102989"/>
                </a:cubicBezTo>
                <a:cubicBezTo>
                  <a:pt x="78462" y="107513"/>
                  <a:pt x="82570" y="107900"/>
                  <a:pt x="87809" y="107126"/>
                </a:cubicBezTo>
                <a:cubicBezTo>
                  <a:pt x="90994" y="106650"/>
                  <a:pt x="97572" y="103138"/>
                  <a:pt x="98941" y="99268"/>
                </a:cubicBezTo>
                <a:cubicBezTo>
                  <a:pt x="100310" y="95399"/>
                  <a:pt x="100310" y="92095"/>
                  <a:pt x="99893" y="91410"/>
                </a:cubicBezTo>
                <a:cubicBezTo>
                  <a:pt x="99506" y="90666"/>
                  <a:pt x="98405" y="90249"/>
                  <a:pt x="96768" y="8944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6" name="Text 44"/>
          <p:cNvSpPr/>
          <p:nvPr/>
        </p:nvSpPr>
        <p:spPr>
          <a:xfrm>
            <a:off x="7338060" y="55626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WhatsApp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364980" y="5486400"/>
            <a:ext cx="2257425" cy="342900"/>
          </a:xfrm>
          <a:custGeom>
            <a:avLst/>
            <a:gdLst/>
            <a:ahLst/>
            <a:cxnLst/>
            <a:rect l="l" t="t" r="r" b="b"/>
            <a:pathLst>
              <a:path w="2257425" h="342900">
                <a:moveTo>
                  <a:pt x="76199" y="0"/>
                </a:moveTo>
                <a:lnTo>
                  <a:pt x="2181226" y="0"/>
                </a:lnTo>
                <a:cubicBezTo>
                  <a:pt x="2223309" y="0"/>
                  <a:pt x="2257425" y="34116"/>
                  <a:pt x="2257425" y="76199"/>
                </a:cubicBezTo>
                <a:lnTo>
                  <a:pt x="2257425" y="266701"/>
                </a:lnTo>
                <a:cubicBezTo>
                  <a:pt x="2257425" y="308784"/>
                  <a:pt x="2223309" y="342900"/>
                  <a:pt x="2181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8" name="Shape 46"/>
          <p:cNvSpPr/>
          <p:nvPr/>
        </p:nvSpPr>
        <p:spPr>
          <a:xfrm>
            <a:off x="9460230" y="5581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1438"/>
                </a:moveTo>
                <a:cubicBezTo>
                  <a:pt x="152400" y="110877"/>
                  <a:pt x="118289" y="142875"/>
                  <a:pt x="76200" y="142875"/>
                </a:cubicBezTo>
                <a:cubicBezTo>
                  <a:pt x="65157" y="142875"/>
                  <a:pt x="54679" y="140672"/>
                  <a:pt x="45214" y="136714"/>
                </a:cubicBezTo>
                <a:lnTo>
                  <a:pt x="9971" y="151834"/>
                </a:lnTo>
                <a:cubicBezTo>
                  <a:pt x="7174" y="153025"/>
                  <a:pt x="3959" y="152340"/>
                  <a:pt x="1905" y="150108"/>
                </a:cubicBezTo>
                <a:cubicBezTo>
                  <a:pt x="-149" y="147876"/>
                  <a:pt x="-595" y="144601"/>
                  <a:pt x="833" y="141923"/>
                </a:cubicBezTo>
                <a:lnTo>
                  <a:pt x="15359" y="114479"/>
                </a:lnTo>
                <a:cubicBezTo>
                  <a:pt x="5715" y="102483"/>
                  <a:pt x="0" y="87600"/>
                  <a:pt x="0" y="71438"/>
                </a:cubicBezTo>
                <a:cubicBezTo>
                  <a:pt x="0" y="31998"/>
                  <a:pt x="34111" y="0"/>
                  <a:pt x="76200" y="0"/>
                </a:cubicBezTo>
                <a:cubicBezTo>
                  <a:pt x="118289" y="0"/>
                  <a:pt x="152400" y="31998"/>
                  <a:pt x="152400" y="7143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9" name="Text 47"/>
          <p:cNvSpPr/>
          <p:nvPr/>
        </p:nvSpPr>
        <p:spPr>
          <a:xfrm>
            <a:off x="9707880" y="5562600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95160" y="5943600"/>
            <a:ext cx="2257425" cy="342900"/>
          </a:xfrm>
          <a:custGeom>
            <a:avLst/>
            <a:gdLst/>
            <a:ahLst/>
            <a:cxnLst/>
            <a:rect l="l" t="t" r="r" b="b"/>
            <a:pathLst>
              <a:path w="2257425" h="342900">
                <a:moveTo>
                  <a:pt x="76199" y="0"/>
                </a:moveTo>
                <a:lnTo>
                  <a:pt x="2181226" y="0"/>
                </a:lnTo>
                <a:cubicBezTo>
                  <a:pt x="2223309" y="0"/>
                  <a:pt x="2257425" y="34116"/>
                  <a:pt x="2257425" y="76199"/>
                </a:cubicBezTo>
                <a:lnTo>
                  <a:pt x="2257425" y="266701"/>
                </a:lnTo>
                <a:cubicBezTo>
                  <a:pt x="2257425" y="308784"/>
                  <a:pt x="2223309" y="342900"/>
                  <a:pt x="2181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1" name="Shape 49"/>
          <p:cNvSpPr/>
          <p:nvPr/>
        </p:nvSpPr>
        <p:spPr>
          <a:xfrm>
            <a:off x="7090410" y="6038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2" name="Text 50"/>
          <p:cNvSpPr/>
          <p:nvPr/>
        </p:nvSpPr>
        <p:spPr>
          <a:xfrm>
            <a:off x="7338060" y="6019800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364980" y="5943600"/>
            <a:ext cx="2257425" cy="342900"/>
          </a:xfrm>
          <a:custGeom>
            <a:avLst/>
            <a:gdLst/>
            <a:ahLst/>
            <a:cxnLst/>
            <a:rect l="l" t="t" r="r" b="b"/>
            <a:pathLst>
              <a:path w="2257425" h="342900">
                <a:moveTo>
                  <a:pt x="76199" y="0"/>
                </a:moveTo>
                <a:lnTo>
                  <a:pt x="2181226" y="0"/>
                </a:lnTo>
                <a:cubicBezTo>
                  <a:pt x="2223309" y="0"/>
                  <a:pt x="2257425" y="34116"/>
                  <a:pt x="2257425" y="76199"/>
                </a:cubicBezTo>
                <a:lnTo>
                  <a:pt x="2257425" y="266701"/>
                </a:lnTo>
                <a:cubicBezTo>
                  <a:pt x="2257425" y="308784"/>
                  <a:pt x="2223309" y="342900"/>
                  <a:pt x="2181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4" name="Shape 52"/>
          <p:cNvSpPr/>
          <p:nvPr/>
        </p:nvSpPr>
        <p:spPr>
          <a:xfrm>
            <a:off x="9450705" y="60388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0"/>
                </a:moveTo>
                <a:cubicBezTo>
                  <a:pt x="18068" y="0"/>
                  <a:pt x="9525" y="8543"/>
                  <a:pt x="9525" y="19050"/>
                </a:cubicBezTo>
                <a:lnTo>
                  <a:pt x="9525" y="133350"/>
                </a:lnTo>
                <a:cubicBezTo>
                  <a:pt x="9525" y="143857"/>
                  <a:pt x="18068" y="152400"/>
                  <a:pt x="28575" y="152400"/>
                </a:cubicBezTo>
                <a:lnTo>
                  <a:pt x="52388" y="152400"/>
                </a:lnTo>
                <a:lnTo>
                  <a:pt x="52388" y="119062"/>
                </a:lnTo>
                <a:cubicBezTo>
                  <a:pt x="52388" y="108555"/>
                  <a:pt x="60930" y="100013"/>
                  <a:pt x="71438" y="100013"/>
                </a:cubicBezTo>
                <a:lnTo>
                  <a:pt x="123825" y="100013"/>
                </a:lnTo>
                <a:lnTo>
                  <a:pt x="123825" y="50750"/>
                </a:lnTo>
                <a:cubicBezTo>
                  <a:pt x="123825" y="45690"/>
                  <a:pt x="121831" y="40838"/>
                  <a:pt x="118259" y="37267"/>
                </a:cubicBezTo>
                <a:lnTo>
                  <a:pt x="86529" y="5566"/>
                </a:lnTo>
                <a:cubicBezTo>
                  <a:pt x="82957" y="1994"/>
                  <a:pt x="78135" y="0"/>
                  <a:pt x="73075" y="0"/>
                </a:cubicBezTo>
                <a:lnTo>
                  <a:pt x="28575" y="0"/>
                </a:lnTo>
                <a:close/>
                <a:moveTo>
                  <a:pt x="106412" y="52388"/>
                </a:moveTo>
                <a:lnTo>
                  <a:pt x="78581" y="52388"/>
                </a:lnTo>
                <a:cubicBezTo>
                  <a:pt x="74622" y="52388"/>
                  <a:pt x="71438" y="49203"/>
                  <a:pt x="71438" y="45244"/>
                </a:cubicBezTo>
                <a:lnTo>
                  <a:pt x="71438" y="17413"/>
                </a:lnTo>
                <a:lnTo>
                  <a:pt x="106412" y="52388"/>
                </a:lnTo>
                <a:close/>
                <a:moveTo>
                  <a:pt x="71438" y="113109"/>
                </a:moveTo>
                <a:cubicBezTo>
                  <a:pt x="68163" y="113109"/>
                  <a:pt x="65484" y="115788"/>
                  <a:pt x="65484" y="119062"/>
                </a:cubicBezTo>
                <a:lnTo>
                  <a:pt x="65484" y="157163"/>
                </a:lnTo>
                <a:cubicBezTo>
                  <a:pt x="65484" y="160437"/>
                  <a:pt x="68163" y="163116"/>
                  <a:pt x="71438" y="163116"/>
                </a:cubicBezTo>
                <a:cubicBezTo>
                  <a:pt x="74712" y="163116"/>
                  <a:pt x="77391" y="160437"/>
                  <a:pt x="77391" y="157163"/>
                </a:cubicBezTo>
                <a:lnTo>
                  <a:pt x="77391" y="148828"/>
                </a:lnTo>
                <a:lnTo>
                  <a:pt x="80962" y="148828"/>
                </a:lnTo>
                <a:cubicBezTo>
                  <a:pt x="90815" y="148828"/>
                  <a:pt x="98822" y="140821"/>
                  <a:pt x="98822" y="130969"/>
                </a:cubicBezTo>
                <a:cubicBezTo>
                  <a:pt x="98822" y="121116"/>
                  <a:pt x="90815" y="113109"/>
                  <a:pt x="80962" y="113109"/>
                </a:cubicBezTo>
                <a:lnTo>
                  <a:pt x="71438" y="113109"/>
                </a:lnTo>
                <a:close/>
                <a:moveTo>
                  <a:pt x="80962" y="136922"/>
                </a:moveTo>
                <a:lnTo>
                  <a:pt x="77391" y="136922"/>
                </a:lnTo>
                <a:lnTo>
                  <a:pt x="77391" y="125016"/>
                </a:lnTo>
                <a:lnTo>
                  <a:pt x="80962" y="125016"/>
                </a:lnTo>
                <a:cubicBezTo>
                  <a:pt x="84237" y="125016"/>
                  <a:pt x="86916" y="127695"/>
                  <a:pt x="86916" y="130969"/>
                </a:cubicBezTo>
                <a:cubicBezTo>
                  <a:pt x="86916" y="134243"/>
                  <a:pt x="84237" y="136922"/>
                  <a:pt x="80962" y="136922"/>
                </a:cubicBezTo>
                <a:close/>
                <a:moveTo>
                  <a:pt x="109537" y="113109"/>
                </a:moveTo>
                <a:cubicBezTo>
                  <a:pt x="106263" y="113109"/>
                  <a:pt x="103584" y="115788"/>
                  <a:pt x="103584" y="119062"/>
                </a:cubicBezTo>
                <a:lnTo>
                  <a:pt x="103584" y="157163"/>
                </a:lnTo>
                <a:cubicBezTo>
                  <a:pt x="103584" y="160437"/>
                  <a:pt x="106263" y="163116"/>
                  <a:pt x="109537" y="163116"/>
                </a:cubicBezTo>
                <a:lnTo>
                  <a:pt x="119062" y="163116"/>
                </a:lnTo>
                <a:cubicBezTo>
                  <a:pt x="127605" y="163116"/>
                  <a:pt x="134541" y="156180"/>
                  <a:pt x="134541" y="147638"/>
                </a:cubicBezTo>
                <a:lnTo>
                  <a:pt x="134541" y="128588"/>
                </a:lnTo>
                <a:cubicBezTo>
                  <a:pt x="134541" y="120045"/>
                  <a:pt x="127605" y="113109"/>
                  <a:pt x="119062" y="113109"/>
                </a:cubicBezTo>
                <a:lnTo>
                  <a:pt x="109537" y="113109"/>
                </a:lnTo>
                <a:close/>
                <a:moveTo>
                  <a:pt x="115491" y="151209"/>
                </a:moveTo>
                <a:lnTo>
                  <a:pt x="115491" y="125016"/>
                </a:lnTo>
                <a:lnTo>
                  <a:pt x="119062" y="125016"/>
                </a:lnTo>
                <a:cubicBezTo>
                  <a:pt x="121027" y="125016"/>
                  <a:pt x="122634" y="126623"/>
                  <a:pt x="122634" y="128588"/>
                </a:cubicBezTo>
                <a:lnTo>
                  <a:pt x="122634" y="147638"/>
                </a:lnTo>
                <a:cubicBezTo>
                  <a:pt x="122634" y="149602"/>
                  <a:pt x="121027" y="151209"/>
                  <a:pt x="119062" y="151209"/>
                </a:cubicBezTo>
                <a:lnTo>
                  <a:pt x="115491" y="151209"/>
                </a:lnTo>
                <a:close/>
                <a:moveTo>
                  <a:pt x="141684" y="119062"/>
                </a:moveTo>
                <a:lnTo>
                  <a:pt x="141684" y="157163"/>
                </a:lnTo>
                <a:cubicBezTo>
                  <a:pt x="141684" y="160437"/>
                  <a:pt x="144363" y="163116"/>
                  <a:pt x="147638" y="163116"/>
                </a:cubicBezTo>
                <a:cubicBezTo>
                  <a:pt x="150912" y="163116"/>
                  <a:pt x="153591" y="160437"/>
                  <a:pt x="153591" y="157163"/>
                </a:cubicBezTo>
                <a:lnTo>
                  <a:pt x="153591" y="144066"/>
                </a:lnTo>
                <a:lnTo>
                  <a:pt x="161925" y="144066"/>
                </a:lnTo>
                <a:cubicBezTo>
                  <a:pt x="165199" y="144066"/>
                  <a:pt x="167878" y="141387"/>
                  <a:pt x="167878" y="138113"/>
                </a:cubicBezTo>
                <a:cubicBezTo>
                  <a:pt x="167878" y="134838"/>
                  <a:pt x="165199" y="132159"/>
                  <a:pt x="161925" y="132159"/>
                </a:cubicBezTo>
                <a:lnTo>
                  <a:pt x="153591" y="132159"/>
                </a:lnTo>
                <a:lnTo>
                  <a:pt x="153591" y="125016"/>
                </a:lnTo>
                <a:lnTo>
                  <a:pt x="161925" y="125016"/>
                </a:lnTo>
                <a:cubicBezTo>
                  <a:pt x="165199" y="125016"/>
                  <a:pt x="167878" y="122337"/>
                  <a:pt x="167878" y="119062"/>
                </a:cubicBezTo>
                <a:cubicBezTo>
                  <a:pt x="167878" y="115788"/>
                  <a:pt x="165199" y="113109"/>
                  <a:pt x="161925" y="113109"/>
                </a:cubicBezTo>
                <a:lnTo>
                  <a:pt x="147638" y="113109"/>
                </a:lnTo>
                <a:cubicBezTo>
                  <a:pt x="144363" y="113109"/>
                  <a:pt x="141684" y="115788"/>
                  <a:pt x="141684" y="11906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5" name="Text 53"/>
          <p:cNvSpPr/>
          <p:nvPr/>
        </p:nvSpPr>
        <p:spPr>
          <a:xfrm>
            <a:off x="9707880" y="601980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3516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kern="0" spc="50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DASHBOARD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11849"/>
            <a:ext cx="11688124" cy="539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Command Center: Dynamic Pacing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259690"/>
            <a:ext cx="115621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status management that adapts to your academic reality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907" y="1727575"/>
            <a:ext cx="7819076" cy="1583610"/>
          </a:xfrm>
          <a:custGeom>
            <a:avLst/>
            <a:gdLst/>
            <a:ahLst/>
            <a:cxnLst/>
            <a:rect l="l" t="t" r="r" b="b"/>
            <a:pathLst>
              <a:path w="7819076" h="1583610">
                <a:moveTo>
                  <a:pt x="35991" y="0"/>
                </a:moveTo>
                <a:lnTo>
                  <a:pt x="7675110" y="0"/>
                </a:lnTo>
                <a:cubicBezTo>
                  <a:pt x="7754620" y="0"/>
                  <a:pt x="7819076" y="64456"/>
                  <a:pt x="7819076" y="143966"/>
                </a:cubicBezTo>
                <a:lnTo>
                  <a:pt x="7819076" y="1439644"/>
                </a:lnTo>
                <a:cubicBezTo>
                  <a:pt x="7819076" y="1519155"/>
                  <a:pt x="7754620" y="1583610"/>
                  <a:pt x="7675110" y="1583610"/>
                </a:cubicBezTo>
                <a:lnTo>
                  <a:pt x="35991" y="1583610"/>
                </a:lnTo>
                <a:cubicBezTo>
                  <a:pt x="16114" y="1583610"/>
                  <a:pt x="0" y="1567497"/>
                  <a:pt x="0" y="1547619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7907" y="1727575"/>
            <a:ext cx="35991" cy="1583610"/>
          </a:xfrm>
          <a:custGeom>
            <a:avLst/>
            <a:gdLst/>
            <a:ahLst/>
            <a:cxnLst/>
            <a:rect l="l" t="t" r="r" b="b"/>
            <a:pathLst>
              <a:path w="35991" h="1583610">
                <a:moveTo>
                  <a:pt x="35991" y="0"/>
                </a:moveTo>
                <a:lnTo>
                  <a:pt x="35991" y="0"/>
                </a:lnTo>
                <a:lnTo>
                  <a:pt x="35991" y="1583610"/>
                </a:lnTo>
                <a:lnTo>
                  <a:pt x="35991" y="1583610"/>
                </a:lnTo>
                <a:cubicBezTo>
                  <a:pt x="16114" y="1583610"/>
                  <a:pt x="0" y="1567497"/>
                  <a:pt x="0" y="1547619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" name="Shape 5"/>
          <p:cNvSpPr/>
          <p:nvPr/>
        </p:nvSpPr>
        <p:spPr>
          <a:xfrm>
            <a:off x="575858" y="1907531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8" name="Shape 6"/>
          <p:cNvSpPr/>
          <p:nvPr/>
        </p:nvSpPr>
        <p:spPr>
          <a:xfrm>
            <a:off x="683832" y="2015504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43743" y="1943522"/>
            <a:ext cx="1484635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Smooth Mode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31958" y="1979513"/>
            <a:ext cx="683832" cy="215947"/>
          </a:xfrm>
          <a:custGeom>
            <a:avLst/>
            <a:gdLst/>
            <a:ahLst/>
            <a:cxnLst/>
            <a:rect l="l" t="t" r="r" b="b"/>
            <a:pathLst>
              <a:path w="683832" h="215947">
                <a:moveTo>
                  <a:pt x="107973" y="0"/>
                </a:moveTo>
                <a:lnTo>
                  <a:pt x="575858" y="0"/>
                </a:lnTo>
                <a:cubicBezTo>
                  <a:pt x="635490" y="0"/>
                  <a:pt x="683832" y="48341"/>
                  <a:pt x="683832" y="107973"/>
                </a:cubicBezTo>
                <a:lnTo>
                  <a:pt x="683832" y="107973"/>
                </a:lnTo>
                <a:cubicBezTo>
                  <a:pt x="683832" y="167606"/>
                  <a:pt x="635490" y="215947"/>
                  <a:pt x="575858" y="215947"/>
                </a:cubicBezTo>
                <a:lnTo>
                  <a:pt x="107973" y="215947"/>
                </a:lnTo>
                <a:cubicBezTo>
                  <a:pt x="48381" y="215947"/>
                  <a:pt x="0" y="167566"/>
                  <a:pt x="0" y="107973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7331958" y="1979513"/>
            <a:ext cx="737818" cy="215947"/>
          </a:xfrm>
          <a:prstGeom prst="rect">
            <a:avLst/>
          </a:prstGeom>
          <a:noFill/>
          <a:ln/>
        </p:spPr>
        <p:txBody>
          <a:bodyPr wrap="square" lIns="107973" tIns="35991" rIns="107973" bIns="35991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5858" y="2375415"/>
            <a:ext cx="7513151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is </a:t>
            </a:r>
            <a:r>
              <a:rPr lang="en-US" sz="1134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r>
              <a:rPr lang="en-US" sz="113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the syllabus. The system maintains the current study pace and continues with the planned schedule.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3854" y="2978267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15746" y="15746"/>
                </a:moveTo>
                <a:cubicBezTo>
                  <a:pt x="15746" y="11391"/>
                  <a:pt x="12228" y="7873"/>
                  <a:pt x="7873" y="7873"/>
                </a:cubicBezTo>
                <a:cubicBezTo>
                  <a:pt x="3518" y="7873"/>
                  <a:pt x="0" y="11391"/>
                  <a:pt x="0" y="15746"/>
                </a:cubicBezTo>
                <a:lnTo>
                  <a:pt x="0" y="98413"/>
                </a:lnTo>
                <a:cubicBezTo>
                  <a:pt x="0" y="109288"/>
                  <a:pt x="8808" y="118096"/>
                  <a:pt x="19683" y="118096"/>
                </a:cubicBezTo>
                <a:lnTo>
                  <a:pt x="118096" y="118096"/>
                </a:lnTo>
                <a:cubicBezTo>
                  <a:pt x="122451" y="118096"/>
                  <a:pt x="125969" y="114578"/>
                  <a:pt x="125969" y="110223"/>
                </a:cubicBezTo>
                <a:cubicBezTo>
                  <a:pt x="125969" y="105868"/>
                  <a:pt x="122451" y="102350"/>
                  <a:pt x="118096" y="102350"/>
                </a:cubicBezTo>
                <a:lnTo>
                  <a:pt x="19683" y="102350"/>
                </a:lnTo>
                <a:cubicBezTo>
                  <a:pt x="17518" y="102350"/>
                  <a:pt x="15746" y="100578"/>
                  <a:pt x="15746" y="98413"/>
                </a:cubicBezTo>
                <a:lnTo>
                  <a:pt x="15746" y="15746"/>
                </a:lnTo>
                <a:close/>
                <a:moveTo>
                  <a:pt x="115783" y="37053"/>
                </a:moveTo>
                <a:cubicBezTo>
                  <a:pt x="118859" y="33977"/>
                  <a:pt x="118859" y="28983"/>
                  <a:pt x="115783" y="25907"/>
                </a:cubicBezTo>
                <a:cubicBezTo>
                  <a:pt x="112708" y="22832"/>
                  <a:pt x="107713" y="22832"/>
                  <a:pt x="104638" y="25907"/>
                </a:cubicBezTo>
                <a:lnTo>
                  <a:pt x="78731" y="51839"/>
                </a:lnTo>
                <a:lnTo>
                  <a:pt x="64608" y="37741"/>
                </a:lnTo>
                <a:cubicBezTo>
                  <a:pt x="61533" y="34666"/>
                  <a:pt x="56538" y="34666"/>
                  <a:pt x="53463" y="37741"/>
                </a:cubicBezTo>
                <a:lnTo>
                  <a:pt x="29844" y="61361"/>
                </a:lnTo>
                <a:cubicBezTo>
                  <a:pt x="26768" y="64436"/>
                  <a:pt x="26768" y="69431"/>
                  <a:pt x="29844" y="72506"/>
                </a:cubicBezTo>
                <a:cubicBezTo>
                  <a:pt x="32919" y="75581"/>
                  <a:pt x="37914" y="75581"/>
                  <a:pt x="40989" y="72506"/>
                </a:cubicBezTo>
                <a:lnTo>
                  <a:pt x="59048" y="54447"/>
                </a:lnTo>
                <a:lnTo>
                  <a:pt x="73170" y="68569"/>
                </a:lnTo>
                <a:cubicBezTo>
                  <a:pt x="76246" y="71645"/>
                  <a:pt x="81240" y="71645"/>
                  <a:pt x="84316" y="68569"/>
                </a:cubicBezTo>
                <a:lnTo>
                  <a:pt x="115808" y="37077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737818" y="2951274"/>
            <a:ext cx="80080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Schedule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36472" y="2978267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62985" y="0"/>
                </a:moveTo>
                <a:cubicBezTo>
                  <a:pt x="97747" y="0"/>
                  <a:pt x="125969" y="28222"/>
                  <a:pt x="125969" y="62985"/>
                </a:cubicBezTo>
                <a:cubicBezTo>
                  <a:pt x="125969" y="97747"/>
                  <a:pt x="97747" y="125969"/>
                  <a:pt x="62985" y="125969"/>
                </a:cubicBezTo>
                <a:cubicBezTo>
                  <a:pt x="28222" y="125969"/>
                  <a:pt x="0" y="97747"/>
                  <a:pt x="0" y="62985"/>
                </a:cubicBezTo>
                <a:cubicBezTo>
                  <a:pt x="0" y="28222"/>
                  <a:pt x="28222" y="0"/>
                  <a:pt x="62985" y="0"/>
                </a:cubicBezTo>
                <a:close/>
                <a:moveTo>
                  <a:pt x="57080" y="29524"/>
                </a:moveTo>
                <a:lnTo>
                  <a:pt x="57080" y="62985"/>
                </a:lnTo>
                <a:cubicBezTo>
                  <a:pt x="57080" y="64953"/>
                  <a:pt x="58064" y="66798"/>
                  <a:pt x="59712" y="67905"/>
                </a:cubicBezTo>
                <a:lnTo>
                  <a:pt x="83331" y="83651"/>
                </a:lnTo>
                <a:cubicBezTo>
                  <a:pt x="86038" y="85472"/>
                  <a:pt x="89704" y="84734"/>
                  <a:pt x="91524" y="82003"/>
                </a:cubicBezTo>
                <a:cubicBezTo>
                  <a:pt x="93345" y="79272"/>
                  <a:pt x="92607" y="75631"/>
                  <a:pt x="89876" y="73810"/>
                </a:cubicBezTo>
                <a:lnTo>
                  <a:pt x="68889" y="59835"/>
                </a:lnTo>
                <a:lnTo>
                  <a:pt x="68889" y="29524"/>
                </a:lnTo>
                <a:cubicBezTo>
                  <a:pt x="68889" y="26252"/>
                  <a:pt x="66257" y="23619"/>
                  <a:pt x="62985" y="23619"/>
                </a:cubicBezTo>
                <a:cubicBezTo>
                  <a:pt x="59712" y="23619"/>
                  <a:pt x="57080" y="26252"/>
                  <a:pt x="57080" y="29524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6" name="Text 14"/>
          <p:cNvSpPr/>
          <p:nvPr/>
        </p:nvSpPr>
        <p:spPr>
          <a:xfrm>
            <a:off x="1780437" y="2951274"/>
            <a:ext cx="80080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Pace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7907" y="3455150"/>
            <a:ext cx="7819076" cy="1583610"/>
          </a:xfrm>
          <a:custGeom>
            <a:avLst/>
            <a:gdLst/>
            <a:ahLst/>
            <a:cxnLst/>
            <a:rect l="l" t="t" r="r" b="b"/>
            <a:pathLst>
              <a:path w="7819076" h="1583610">
                <a:moveTo>
                  <a:pt x="35991" y="0"/>
                </a:moveTo>
                <a:lnTo>
                  <a:pt x="7675110" y="0"/>
                </a:lnTo>
                <a:cubicBezTo>
                  <a:pt x="7754620" y="0"/>
                  <a:pt x="7819076" y="64456"/>
                  <a:pt x="7819076" y="143966"/>
                </a:cubicBezTo>
                <a:lnTo>
                  <a:pt x="7819076" y="1439644"/>
                </a:lnTo>
                <a:cubicBezTo>
                  <a:pt x="7819076" y="1519155"/>
                  <a:pt x="7754620" y="1583610"/>
                  <a:pt x="7675110" y="1583610"/>
                </a:cubicBezTo>
                <a:lnTo>
                  <a:pt x="35991" y="1583610"/>
                </a:lnTo>
                <a:cubicBezTo>
                  <a:pt x="16114" y="1583610"/>
                  <a:pt x="0" y="1567497"/>
                  <a:pt x="0" y="1547619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7907" y="3455150"/>
            <a:ext cx="35991" cy="1583610"/>
          </a:xfrm>
          <a:custGeom>
            <a:avLst/>
            <a:gdLst/>
            <a:ahLst/>
            <a:cxnLst/>
            <a:rect l="l" t="t" r="r" b="b"/>
            <a:pathLst>
              <a:path w="35991" h="1583610">
                <a:moveTo>
                  <a:pt x="35991" y="0"/>
                </a:moveTo>
                <a:lnTo>
                  <a:pt x="35991" y="0"/>
                </a:lnTo>
                <a:lnTo>
                  <a:pt x="35991" y="1583610"/>
                </a:lnTo>
                <a:lnTo>
                  <a:pt x="35991" y="1583610"/>
                </a:lnTo>
                <a:cubicBezTo>
                  <a:pt x="16114" y="1583610"/>
                  <a:pt x="0" y="1567497"/>
                  <a:pt x="0" y="1547619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9" name="Shape 17"/>
          <p:cNvSpPr/>
          <p:nvPr/>
        </p:nvSpPr>
        <p:spPr>
          <a:xfrm>
            <a:off x="575858" y="3635106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832" y="3743079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0"/>
                </a:moveTo>
                <a:cubicBezTo>
                  <a:pt x="76116" y="0"/>
                  <a:pt x="79912" y="2278"/>
                  <a:pt x="81880" y="5905"/>
                </a:cubicBezTo>
                <a:lnTo>
                  <a:pt x="142615" y="118377"/>
                </a:lnTo>
                <a:cubicBezTo>
                  <a:pt x="144499" y="121864"/>
                  <a:pt x="144414" y="126081"/>
                  <a:pt x="142390" y="129484"/>
                </a:cubicBezTo>
                <a:cubicBezTo>
                  <a:pt x="140365" y="132886"/>
                  <a:pt x="136682" y="134967"/>
                  <a:pt x="132717" y="134967"/>
                </a:cubicBezTo>
                <a:lnTo>
                  <a:pt x="11247" y="134967"/>
                </a:lnTo>
                <a:cubicBezTo>
                  <a:pt x="7283" y="134967"/>
                  <a:pt x="3627" y="132886"/>
                  <a:pt x="1575" y="129484"/>
                </a:cubicBezTo>
                <a:cubicBezTo>
                  <a:pt x="-478" y="126081"/>
                  <a:pt x="-534" y="121864"/>
                  <a:pt x="1350" y="118377"/>
                </a:cubicBezTo>
                <a:lnTo>
                  <a:pt x="62085" y="5905"/>
                </a:lnTo>
                <a:cubicBezTo>
                  <a:pt x="64053" y="2278"/>
                  <a:pt x="67849" y="0"/>
                  <a:pt x="71982" y="0"/>
                </a:cubicBezTo>
                <a:close/>
                <a:moveTo>
                  <a:pt x="71982" y="47238"/>
                </a:moveTo>
                <a:cubicBezTo>
                  <a:pt x="68243" y="47238"/>
                  <a:pt x="65234" y="50247"/>
                  <a:pt x="65234" y="53987"/>
                </a:cubicBezTo>
                <a:lnTo>
                  <a:pt x="65234" y="85479"/>
                </a:lnTo>
                <a:cubicBezTo>
                  <a:pt x="65234" y="89219"/>
                  <a:pt x="68243" y="92227"/>
                  <a:pt x="71982" y="92227"/>
                </a:cubicBezTo>
                <a:cubicBezTo>
                  <a:pt x="75722" y="92227"/>
                  <a:pt x="78731" y="89219"/>
                  <a:pt x="78731" y="85479"/>
                </a:cubicBezTo>
                <a:lnTo>
                  <a:pt x="78731" y="53987"/>
                </a:lnTo>
                <a:cubicBezTo>
                  <a:pt x="78731" y="50247"/>
                  <a:pt x="75722" y="47238"/>
                  <a:pt x="71982" y="47238"/>
                </a:cubicBezTo>
                <a:close/>
                <a:moveTo>
                  <a:pt x="79490" y="107973"/>
                </a:moveTo>
                <a:cubicBezTo>
                  <a:pt x="79661" y="105187"/>
                  <a:pt x="78271" y="102535"/>
                  <a:pt x="75882" y="101090"/>
                </a:cubicBezTo>
                <a:cubicBezTo>
                  <a:pt x="73493" y="99645"/>
                  <a:pt x="70500" y="99645"/>
                  <a:pt x="68111" y="101090"/>
                </a:cubicBezTo>
                <a:cubicBezTo>
                  <a:pt x="65722" y="102535"/>
                  <a:pt x="64332" y="105187"/>
                  <a:pt x="64503" y="107973"/>
                </a:cubicBezTo>
                <a:cubicBezTo>
                  <a:pt x="64332" y="110760"/>
                  <a:pt x="65722" y="113411"/>
                  <a:pt x="68111" y="114856"/>
                </a:cubicBezTo>
                <a:cubicBezTo>
                  <a:pt x="70500" y="116301"/>
                  <a:pt x="73493" y="116301"/>
                  <a:pt x="75882" y="114856"/>
                </a:cubicBezTo>
                <a:cubicBezTo>
                  <a:pt x="78271" y="113411"/>
                  <a:pt x="79661" y="110760"/>
                  <a:pt x="79490" y="1079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43743" y="3671097"/>
            <a:ext cx="1187708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Alert Mode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02165" y="3707088"/>
            <a:ext cx="809801" cy="215947"/>
          </a:xfrm>
          <a:custGeom>
            <a:avLst/>
            <a:gdLst/>
            <a:ahLst/>
            <a:cxnLst/>
            <a:rect l="l" t="t" r="r" b="b"/>
            <a:pathLst>
              <a:path w="809801" h="215947">
                <a:moveTo>
                  <a:pt x="107973" y="0"/>
                </a:moveTo>
                <a:lnTo>
                  <a:pt x="701827" y="0"/>
                </a:lnTo>
                <a:cubicBezTo>
                  <a:pt x="761459" y="0"/>
                  <a:pt x="809801" y="48341"/>
                  <a:pt x="809801" y="107973"/>
                </a:cubicBezTo>
                <a:lnTo>
                  <a:pt x="809801" y="107973"/>
                </a:lnTo>
                <a:cubicBezTo>
                  <a:pt x="809801" y="167606"/>
                  <a:pt x="761459" y="215947"/>
                  <a:pt x="701827" y="215947"/>
                </a:cubicBezTo>
                <a:lnTo>
                  <a:pt x="107973" y="215947"/>
                </a:lnTo>
                <a:cubicBezTo>
                  <a:pt x="48381" y="215947"/>
                  <a:pt x="0" y="167566"/>
                  <a:pt x="0" y="107973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3" name="Text 21"/>
          <p:cNvSpPr/>
          <p:nvPr/>
        </p:nvSpPr>
        <p:spPr>
          <a:xfrm>
            <a:off x="7202165" y="3707088"/>
            <a:ext cx="863787" cy="215947"/>
          </a:xfrm>
          <a:prstGeom prst="rect">
            <a:avLst/>
          </a:prstGeom>
          <a:noFill/>
          <a:ln/>
        </p:spPr>
        <p:txBody>
          <a:bodyPr wrap="square" lIns="107973" tIns="35991" rIns="107973" bIns="35991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858" y="4102990"/>
            <a:ext cx="7513151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Mild backlog</a:t>
            </a:r>
            <a:r>
              <a:rPr lang="en-US" sz="113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detected; schedule compresses slightly. The AI begins to optimize time allocation and suggests minor adjustments.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3854" y="4705842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108132" y="1722"/>
                </a:moveTo>
                <a:cubicBezTo>
                  <a:pt x="110444" y="-590"/>
                  <a:pt x="114184" y="-590"/>
                  <a:pt x="116472" y="1722"/>
                </a:cubicBezTo>
                <a:lnTo>
                  <a:pt x="124345" y="9595"/>
                </a:lnTo>
                <a:cubicBezTo>
                  <a:pt x="126658" y="11908"/>
                  <a:pt x="126658" y="15648"/>
                  <a:pt x="124345" y="17936"/>
                </a:cubicBezTo>
                <a:lnTo>
                  <a:pt x="102940" y="39341"/>
                </a:lnTo>
                <a:lnTo>
                  <a:pt x="112536" y="48936"/>
                </a:lnTo>
                <a:cubicBezTo>
                  <a:pt x="114233" y="50634"/>
                  <a:pt x="114725" y="53168"/>
                  <a:pt x="113815" y="55382"/>
                </a:cubicBezTo>
                <a:cubicBezTo>
                  <a:pt x="112905" y="57596"/>
                  <a:pt x="110764" y="59048"/>
                  <a:pt x="108378" y="59048"/>
                </a:cubicBezTo>
                <a:lnTo>
                  <a:pt x="72949" y="59048"/>
                </a:lnTo>
                <a:cubicBezTo>
                  <a:pt x="69677" y="59048"/>
                  <a:pt x="67044" y="56415"/>
                  <a:pt x="67044" y="53143"/>
                </a:cubicBezTo>
                <a:lnTo>
                  <a:pt x="67044" y="17714"/>
                </a:lnTo>
                <a:cubicBezTo>
                  <a:pt x="67044" y="15328"/>
                  <a:pt x="68471" y="13163"/>
                  <a:pt x="70685" y="12252"/>
                </a:cubicBezTo>
                <a:cubicBezTo>
                  <a:pt x="72900" y="11342"/>
                  <a:pt x="75434" y="11834"/>
                  <a:pt x="77131" y="13532"/>
                </a:cubicBezTo>
                <a:lnTo>
                  <a:pt x="86727" y="23127"/>
                </a:lnTo>
                <a:lnTo>
                  <a:pt x="108132" y="1722"/>
                </a:lnTo>
                <a:close/>
                <a:moveTo>
                  <a:pt x="17837" y="66921"/>
                </a:moveTo>
                <a:lnTo>
                  <a:pt x="53266" y="66921"/>
                </a:lnTo>
                <a:cubicBezTo>
                  <a:pt x="56538" y="66921"/>
                  <a:pt x="59171" y="69554"/>
                  <a:pt x="59171" y="72826"/>
                </a:cubicBezTo>
                <a:lnTo>
                  <a:pt x="59171" y="108255"/>
                </a:lnTo>
                <a:cubicBezTo>
                  <a:pt x="59171" y="110641"/>
                  <a:pt x="57744" y="112806"/>
                  <a:pt x="55530" y="113717"/>
                </a:cubicBezTo>
                <a:cubicBezTo>
                  <a:pt x="53315" y="114627"/>
                  <a:pt x="50781" y="114135"/>
                  <a:pt x="49084" y="112437"/>
                </a:cubicBezTo>
                <a:lnTo>
                  <a:pt x="39488" y="102842"/>
                </a:lnTo>
                <a:lnTo>
                  <a:pt x="18083" y="124247"/>
                </a:lnTo>
                <a:cubicBezTo>
                  <a:pt x="15771" y="126559"/>
                  <a:pt x="12031" y="126559"/>
                  <a:pt x="9743" y="124247"/>
                </a:cubicBezTo>
                <a:lnTo>
                  <a:pt x="1870" y="116374"/>
                </a:lnTo>
                <a:cubicBezTo>
                  <a:pt x="-443" y="114061"/>
                  <a:pt x="-443" y="110321"/>
                  <a:pt x="1870" y="108033"/>
                </a:cubicBezTo>
                <a:lnTo>
                  <a:pt x="23275" y="86628"/>
                </a:lnTo>
                <a:lnTo>
                  <a:pt x="13679" y="77033"/>
                </a:lnTo>
                <a:cubicBezTo>
                  <a:pt x="11982" y="75335"/>
                  <a:pt x="11490" y="72801"/>
                  <a:pt x="12400" y="70587"/>
                </a:cubicBezTo>
                <a:cubicBezTo>
                  <a:pt x="13310" y="68373"/>
                  <a:pt x="15451" y="66921"/>
                  <a:pt x="17837" y="66921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6" name="Text 24"/>
          <p:cNvSpPr/>
          <p:nvPr/>
        </p:nvSpPr>
        <p:spPr>
          <a:xfrm>
            <a:off x="737818" y="4678849"/>
            <a:ext cx="117871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Slight Compression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034174" y="4705842"/>
            <a:ext cx="94477" cy="125969"/>
          </a:xfrm>
          <a:custGeom>
            <a:avLst/>
            <a:gdLst/>
            <a:ahLst/>
            <a:cxnLst/>
            <a:rect l="l" t="t" r="r" b="b"/>
            <a:pathLst>
              <a:path w="94477" h="125969">
                <a:moveTo>
                  <a:pt x="72063" y="94477"/>
                </a:moveTo>
                <a:cubicBezTo>
                  <a:pt x="73859" y="88990"/>
                  <a:pt x="77451" y="84020"/>
                  <a:pt x="81511" y="79739"/>
                </a:cubicBezTo>
                <a:cubicBezTo>
                  <a:pt x="89556" y="71276"/>
                  <a:pt x="94477" y="59835"/>
                  <a:pt x="94477" y="47238"/>
                </a:cubicBezTo>
                <a:cubicBezTo>
                  <a:pt x="94477" y="21159"/>
                  <a:pt x="73318" y="0"/>
                  <a:pt x="47238" y="0"/>
                </a:cubicBezTo>
                <a:cubicBezTo>
                  <a:pt x="21159" y="0"/>
                  <a:pt x="0" y="21159"/>
                  <a:pt x="0" y="47238"/>
                </a:cubicBezTo>
                <a:cubicBezTo>
                  <a:pt x="0" y="59835"/>
                  <a:pt x="4921" y="71276"/>
                  <a:pt x="12966" y="79739"/>
                </a:cubicBezTo>
                <a:cubicBezTo>
                  <a:pt x="17025" y="84020"/>
                  <a:pt x="20642" y="88990"/>
                  <a:pt x="22414" y="94477"/>
                </a:cubicBezTo>
                <a:lnTo>
                  <a:pt x="72039" y="94477"/>
                </a:lnTo>
                <a:close/>
                <a:moveTo>
                  <a:pt x="70858" y="106286"/>
                </a:moveTo>
                <a:lnTo>
                  <a:pt x="23619" y="106286"/>
                </a:lnTo>
                <a:lnTo>
                  <a:pt x="23619" y="110223"/>
                </a:lnTo>
                <a:cubicBezTo>
                  <a:pt x="23619" y="121098"/>
                  <a:pt x="32427" y="129906"/>
                  <a:pt x="43302" y="129906"/>
                </a:cubicBezTo>
                <a:lnTo>
                  <a:pt x="51175" y="129906"/>
                </a:lnTo>
                <a:cubicBezTo>
                  <a:pt x="62050" y="129906"/>
                  <a:pt x="70858" y="121098"/>
                  <a:pt x="70858" y="110223"/>
                </a:cubicBezTo>
                <a:lnTo>
                  <a:pt x="70858" y="106286"/>
                </a:lnTo>
                <a:close/>
                <a:moveTo>
                  <a:pt x="45270" y="27556"/>
                </a:moveTo>
                <a:cubicBezTo>
                  <a:pt x="35478" y="27556"/>
                  <a:pt x="27556" y="35478"/>
                  <a:pt x="27556" y="45270"/>
                </a:cubicBezTo>
                <a:cubicBezTo>
                  <a:pt x="27556" y="48542"/>
                  <a:pt x="24923" y="51175"/>
                  <a:pt x="21651" y="51175"/>
                </a:cubicBezTo>
                <a:cubicBezTo>
                  <a:pt x="18379" y="51175"/>
                  <a:pt x="15746" y="48542"/>
                  <a:pt x="15746" y="45270"/>
                </a:cubicBezTo>
                <a:cubicBezTo>
                  <a:pt x="15746" y="28958"/>
                  <a:pt x="28958" y="15746"/>
                  <a:pt x="45270" y="15746"/>
                </a:cubicBezTo>
                <a:cubicBezTo>
                  <a:pt x="48542" y="15746"/>
                  <a:pt x="51175" y="18379"/>
                  <a:pt x="51175" y="21651"/>
                </a:cubicBezTo>
                <a:cubicBezTo>
                  <a:pt x="51175" y="24923"/>
                  <a:pt x="48542" y="27556"/>
                  <a:pt x="45270" y="27556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8" name="Text 26"/>
          <p:cNvSpPr/>
          <p:nvPr/>
        </p:nvSpPr>
        <p:spPr>
          <a:xfrm>
            <a:off x="2162393" y="4678849"/>
            <a:ext cx="118770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Active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7907" y="5182725"/>
            <a:ext cx="7819076" cy="1583610"/>
          </a:xfrm>
          <a:custGeom>
            <a:avLst/>
            <a:gdLst/>
            <a:ahLst/>
            <a:cxnLst/>
            <a:rect l="l" t="t" r="r" b="b"/>
            <a:pathLst>
              <a:path w="7819076" h="1583610">
                <a:moveTo>
                  <a:pt x="35991" y="0"/>
                </a:moveTo>
                <a:lnTo>
                  <a:pt x="7675110" y="0"/>
                </a:lnTo>
                <a:cubicBezTo>
                  <a:pt x="7754620" y="0"/>
                  <a:pt x="7819076" y="64456"/>
                  <a:pt x="7819076" y="143966"/>
                </a:cubicBezTo>
                <a:lnTo>
                  <a:pt x="7819076" y="1439644"/>
                </a:lnTo>
                <a:cubicBezTo>
                  <a:pt x="7819076" y="1519155"/>
                  <a:pt x="7754620" y="1583610"/>
                  <a:pt x="7675110" y="1583610"/>
                </a:cubicBezTo>
                <a:lnTo>
                  <a:pt x="35991" y="1583610"/>
                </a:lnTo>
                <a:cubicBezTo>
                  <a:pt x="16114" y="1583610"/>
                  <a:pt x="0" y="1567497"/>
                  <a:pt x="0" y="1547619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7907" y="5182725"/>
            <a:ext cx="35991" cy="1583610"/>
          </a:xfrm>
          <a:custGeom>
            <a:avLst/>
            <a:gdLst/>
            <a:ahLst/>
            <a:cxnLst/>
            <a:rect l="l" t="t" r="r" b="b"/>
            <a:pathLst>
              <a:path w="35991" h="1583610">
                <a:moveTo>
                  <a:pt x="35991" y="0"/>
                </a:moveTo>
                <a:lnTo>
                  <a:pt x="35991" y="0"/>
                </a:lnTo>
                <a:lnTo>
                  <a:pt x="35991" y="1583610"/>
                </a:lnTo>
                <a:lnTo>
                  <a:pt x="35991" y="1583610"/>
                </a:lnTo>
                <a:cubicBezTo>
                  <a:pt x="16114" y="1583610"/>
                  <a:pt x="0" y="1567497"/>
                  <a:pt x="0" y="1547619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1" name="Shape 29"/>
          <p:cNvSpPr/>
          <p:nvPr/>
        </p:nvSpPr>
        <p:spPr>
          <a:xfrm>
            <a:off x="575858" y="5362680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2" name="Shape 30"/>
          <p:cNvSpPr/>
          <p:nvPr/>
        </p:nvSpPr>
        <p:spPr>
          <a:xfrm>
            <a:off x="692830" y="5470654"/>
            <a:ext cx="125969" cy="143965"/>
          </a:xfrm>
          <a:custGeom>
            <a:avLst/>
            <a:gdLst/>
            <a:ahLst/>
            <a:cxnLst/>
            <a:rect l="l" t="t" r="r" b="b"/>
            <a:pathLst>
              <a:path w="125969" h="143965">
                <a:moveTo>
                  <a:pt x="45130" y="-7423"/>
                </a:moveTo>
                <a:cubicBezTo>
                  <a:pt x="47745" y="-9616"/>
                  <a:pt x="51597" y="-9532"/>
                  <a:pt x="54099" y="-7170"/>
                </a:cubicBezTo>
                <a:cubicBezTo>
                  <a:pt x="57558" y="-3908"/>
                  <a:pt x="60651" y="-309"/>
                  <a:pt x="63631" y="3346"/>
                </a:cubicBezTo>
                <a:cubicBezTo>
                  <a:pt x="67427" y="7986"/>
                  <a:pt x="71982" y="14115"/>
                  <a:pt x="76369" y="21398"/>
                </a:cubicBezTo>
                <a:cubicBezTo>
                  <a:pt x="77831" y="19486"/>
                  <a:pt x="79181" y="17799"/>
                  <a:pt x="80361" y="16365"/>
                </a:cubicBezTo>
                <a:cubicBezTo>
                  <a:pt x="80671" y="15999"/>
                  <a:pt x="80980" y="15606"/>
                  <a:pt x="81289" y="15212"/>
                </a:cubicBezTo>
                <a:cubicBezTo>
                  <a:pt x="83511" y="12456"/>
                  <a:pt x="86266" y="8998"/>
                  <a:pt x="89950" y="8998"/>
                </a:cubicBezTo>
                <a:cubicBezTo>
                  <a:pt x="93718" y="8998"/>
                  <a:pt x="96361" y="12344"/>
                  <a:pt x="98610" y="15212"/>
                </a:cubicBezTo>
                <a:cubicBezTo>
                  <a:pt x="98976" y="15690"/>
                  <a:pt x="99341" y="16140"/>
                  <a:pt x="99707" y="16562"/>
                </a:cubicBezTo>
                <a:cubicBezTo>
                  <a:pt x="102603" y="20048"/>
                  <a:pt x="106455" y="25081"/>
                  <a:pt x="110307" y="31295"/>
                </a:cubicBezTo>
                <a:cubicBezTo>
                  <a:pt x="117955" y="43639"/>
                  <a:pt x="125941" y="61213"/>
                  <a:pt x="125941" y="80952"/>
                </a:cubicBezTo>
                <a:cubicBezTo>
                  <a:pt x="125941" y="115734"/>
                  <a:pt x="97738" y="143936"/>
                  <a:pt x="62956" y="143936"/>
                </a:cubicBezTo>
                <a:cubicBezTo>
                  <a:pt x="28174" y="143936"/>
                  <a:pt x="0" y="115762"/>
                  <a:pt x="0" y="80980"/>
                </a:cubicBezTo>
                <a:cubicBezTo>
                  <a:pt x="0" y="55365"/>
                  <a:pt x="11557" y="33179"/>
                  <a:pt x="22635" y="17714"/>
                </a:cubicBezTo>
                <a:cubicBezTo>
                  <a:pt x="28231" y="9926"/>
                  <a:pt x="33798" y="3683"/>
                  <a:pt x="37988" y="-590"/>
                </a:cubicBezTo>
                <a:cubicBezTo>
                  <a:pt x="40293" y="-2952"/>
                  <a:pt x="42627" y="-5286"/>
                  <a:pt x="45158" y="-7395"/>
                </a:cubicBezTo>
                <a:close/>
                <a:moveTo>
                  <a:pt x="63463" y="116971"/>
                </a:moveTo>
                <a:cubicBezTo>
                  <a:pt x="70576" y="116971"/>
                  <a:pt x="76875" y="115003"/>
                  <a:pt x="82808" y="111066"/>
                </a:cubicBezTo>
                <a:cubicBezTo>
                  <a:pt x="94645" y="102800"/>
                  <a:pt x="97823" y="86266"/>
                  <a:pt x="90709" y="73276"/>
                </a:cubicBezTo>
                <a:cubicBezTo>
                  <a:pt x="89444" y="70745"/>
                  <a:pt x="86210" y="70576"/>
                  <a:pt x="84382" y="72713"/>
                </a:cubicBezTo>
                <a:lnTo>
                  <a:pt x="77297" y="80952"/>
                </a:lnTo>
                <a:cubicBezTo>
                  <a:pt x="75441" y="83089"/>
                  <a:pt x="72095" y="83033"/>
                  <a:pt x="70351" y="80811"/>
                </a:cubicBezTo>
                <a:cubicBezTo>
                  <a:pt x="65487" y="74597"/>
                  <a:pt x="56545" y="63266"/>
                  <a:pt x="51990" y="57473"/>
                </a:cubicBezTo>
                <a:cubicBezTo>
                  <a:pt x="50472" y="55533"/>
                  <a:pt x="47716" y="55224"/>
                  <a:pt x="45945" y="56939"/>
                </a:cubicBezTo>
                <a:cubicBezTo>
                  <a:pt x="40799" y="61944"/>
                  <a:pt x="31464" y="72910"/>
                  <a:pt x="31464" y="86266"/>
                </a:cubicBezTo>
                <a:cubicBezTo>
                  <a:pt x="31464" y="105555"/>
                  <a:pt x="45692" y="116971"/>
                  <a:pt x="63434" y="1169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43743" y="5398672"/>
            <a:ext cx="12596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Panic Mode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8359" y="5434663"/>
            <a:ext cx="683832" cy="215947"/>
          </a:xfrm>
          <a:custGeom>
            <a:avLst/>
            <a:gdLst/>
            <a:ahLst/>
            <a:cxnLst/>
            <a:rect l="l" t="t" r="r" b="b"/>
            <a:pathLst>
              <a:path w="683832" h="215947">
                <a:moveTo>
                  <a:pt x="107973" y="0"/>
                </a:moveTo>
                <a:lnTo>
                  <a:pt x="575858" y="0"/>
                </a:lnTo>
                <a:cubicBezTo>
                  <a:pt x="635490" y="0"/>
                  <a:pt x="683832" y="48341"/>
                  <a:pt x="683832" y="107973"/>
                </a:cubicBezTo>
                <a:lnTo>
                  <a:pt x="683832" y="107973"/>
                </a:lnTo>
                <a:cubicBezTo>
                  <a:pt x="683832" y="167606"/>
                  <a:pt x="635490" y="215947"/>
                  <a:pt x="575858" y="215947"/>
                </a:cubicBezTo>
                <a:lnTo>
                  <a:pt x="107973" y="215947"/>
                </a:lnTo>
                <a:cubicBezTo>
                  <a:pt x="48381" y="215947"/>
                  <a:pt x="0" y="167566"/>
                  <a:pt x="0" y="107973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5" name="Text 33"/>
          <p:cNvSpPr/>
          <p:nvPr/>
        </p:nvSpPr>
        <p:spPr>
          <a:xfrm>
            <a:off x="7328359" y="5434663"/>
            <a:ext cx="737818" cy="215947"/>
          </a:xfrm>
          <a:prstGeom prst="rect">
            <a:avLst/>
          </a:prstGeom>
          <a:noFill/>
          <a:ln/>
        </p:spPr>
        <p:txBody>
          <a:bodyPr wrap="square" lIns="107973" tIns="35991" rIns="107973" bIns="35991" rtlCol="0" anchor="ctr"/>
          <a:lstStyle/>
          <a:p>
            <a:pPr>
              <a:lnSpc>
                <a:spcPct val="110000"/>
              </a:lnSpc>
            </a:pPr>
            <a:r>
              <a:rPr lang="en-US" sz="8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5858" y="5830565"/>
            <a:ext cx="7513151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time deficit</a:t>
            </a:r>
            <a:r>
              <a:rPr lang="en-US" sz="113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detected. The AI automatically ignores low-weightage topics and restructures the schedule to focus exclusively on high-yield topics and past paper trends for the nearest exam.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3854" y="6433417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110223" y="62985"/>
                </a:moveTo>
                <a:cubicBezTo>
                  <a:pt x="110223" y="36913"/>
                  <a:pt x="89056" y="15746"/>
                  <a:pt x="62985" y="15746"/>
                </a:cubicBezTo>
                <a:cubicBezTo>
                  <a:pt x="36913" y="15746"/>
                  <a:pt x="15746" y="36913"/>
                  <a:pt x="15746" y="62985"/>
                </a:cubicBezTo>
                <a:cubicBezTo>
                  <a:pt x="15746" y="89056"/>
                  <a:pt x="36913" y="110223"/>
                  <a:pt x="62985" y="110223"/>
                </a:cubicBezTo>
                <a:cubicBezTo>
                  <a:pt x="89056" y="110223"/>
                  <a:pt x="110223" y="89056"/>
                  <a:pt x="110223" y="62985"/>
                </a:cubicBezTo>
                <a:close/>
                <a:moveTo>
                  <a:pt x="0" y="62985"/>
                </a:moveTo>
                <a:cubicBezTo>
                  <a:pt x="0" y="28222"/>
                  <a:pt x="28222" y="0"/>
                  <a:pt x="62985" y="0"/>
                </a:cubicBezTo>
                <a:cubicBezTo>
                  <a:pt x="97747" y="0"/>
                  <a:pt x="125969" y="28222"/>
                  <a:pt x="125969" y="62985"/>
                </a:cubicBezTo>
                <a:cubicBezTo>
                  <a:pt x="125969" y="97747"/>
                  <a:pt x="97747" y="125969"/>
                  <a:pt x="62985" y="125969"/>
                </a:cubicBezTo>
                <a:cubicBezTo>
                  <a:pt x="28222" y="125969"/>
                  <a:pt x="0" y="97747"/>
                  <a:pt x="0" y="62985"/>
                </a:cubicBezTo>
                <a:close/>
                <a:moveTo>
                  <a:pt x="62985" y="82667"/>
                </a:moveTo>
                <a:cubicBezTo>
                  <a:pt x="73848" y="82667"/>
                  <a:pt x="82667" y="73848"/>
                  <a:pt x="82667" y="62985"/>
                </a:cubicBezTo>
                <a:cubicBezTo>
                  <a:pt x="82667" y="52121"/>
                  <a:pt x="73848" y="43302"/>
                  <a:pt x="62985" y="43302"/>
                </a:cubicBezTo>
                <a:cubicBezTo>
                  <a:pt x="52121" y="43302"/>
                  <a:pt x="43302" y="52121"/>
                  <a:pt x="43302" y="62985"/>
                </a:cubicBezTo>
                <a:cubicBezTo>
                  <a:pt x="43302" y="73848"/>
                  <a:pt x="52121" y="82667"/>
                  <a:pt x="62985" y="82667"/>
                </a:cubicBezTo>
                <a:close/>
                <a:moveTo>
                  <a:pt x="62985" y="27556"/>
                </a:moveTo>
                <a:cubicBezTo>
                  <a:pt x="82538" y="27556"/>
                  <a:pt x="98413" y="43431"/>
                  <a:pt x="98413" y="62985"/>
                </a:cubicBezTo>
                <a:cubicBezTo>
                  <a:pt x="98413" y="82538"/>
                  <a:pt x="82538" y="98413"/>
                  <a:pt x="62985" y="98413"/>
                </a:cubicBezTo>
                <a:cubicBezTo>
                  <a:pt x="43431" y="98413"/>
                  <a:pt x="27556" y="82538"/>
                  <a:pt x="27556" y="62985"/>
                </a:cubicBezTo>
                <a:cubicBezTo>
                  <a:pt x="27556" y="43431"/>
                  <a:pt x="43431" y="27556"/>
                  <a:pt x="62985" y="27556"/>
                </a:cubicBezTo>
                <a:close/>
                <a:moveTo>
                  <a:pt x="55111" y="62985"/>
                </a:moveTo>
                <a:cubicBezTo>
                  <a:pt x="55111" y="58639"/>
                  <a:pt x="58639" y="55111"/>
                  <a:pt x="62985" y="55111"/>
                </a:cubicBezTo>
                <a:cubicBezTo>
                  <a:pt x="67330" y="55111"/>
                  <a:pt x="70858" y="58639"/>
                  <a:pt x="70858" y="62985"/>
                </a:cubicBezTo>
                <a:cubicBezTo>
                  <a:pt x="70858" y="67330"/>
                  <a:pt x="67330" y="70858"/>
                  <a:pt x="62985" y="70858"/>
                </a:cubicBezTo>
                <a:cubicBezTo>
                  <a:pt x="58639" y="70858"/>
                  <a:pt x="55111" y="67330"/>
                  <a:pt x="55111" y="6298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8" name="Text 36"/>
          <p:cNvSpPr/>
          <p:nvPr/>
        </p:nvSpPr>
        <p:spPr>
          <a:xfrm>
            <a:off x="737818" y="6406424"/>
            <a:ext cx="105274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High-Yield Focus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887061" y="6433417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31492" y="78731"/>
                </a:moveTo>
                <a:lnTo>
                  <a:pt x="6028" y="78731"/>
                </a:lnTo>
                <a:cubicBezTo>
                  <a:pt x="-98" y="78731"/>
                  <a:pt x="-3863" y="72063"/>
                  <a:pt x="-713" y="66798"/>
                </a:cubicBezTo>
                <a:lnTo>
                  <a:pt x="12302" y="45098"/>
                </a:lnTo>
                <a:cubicBezTo>
                  <a:pt x="14442" y="41530"/>
                  <a:pt x="18280" y="39365"/>
                  <a:pt x="22438" y="39365"/>
                </a:cubicBezTo>
                <a:lnTo>
                  <a:pt x="45811" y="39365"/>
                </a:lnTo>
                <a:cubicBezTo>
                  <a:pt x="64535" y="7652"/>
                  <a:pt x="92459" y="6052"/>
                  <a:pt x="111133" y="8783"/>
                </a:cubicBezTo>
                <a:cubicBezTo>
                  <a:pt x="114282" y="9251"/>
                  <a:pt x="116743" y="11711"/>
                  <a:pt x="117186" y="14836"/>
                </a:cubicBezTo>
                <a:cubicBezTo>
                  <a:pt x="119917" y="33510"/>
                  <a:pt x="118317" y="61434"/>
                  <a:pt x="86604" y="80158"/>
                </a:cubicBezTo>
                <a:lnTo>
                  <a:pt x="86604" y="103531"/>
                </a:lnTo>
                <a:cubicBezTo>
                  <a:pt x="86604" y="107689"/>
                  <a:pt x="84439" y="111527"/>
                  <a:pt x="80871" y="113667"/>
                </a:cubicBezTo>
                <a:lnTo>
                  <a:pt x="59171" y="126683"/>
                </a:lnTo>
                <a:cubicBezTo>
                  <a:pt x="53930" y="129832"/>
                  <a:pt x="47238" y="126043"/>
                  <a:pt x="47238" y="119941"/>
                </a:cubicBezTo>
                <a:lnTo>
                  <a:pt x="47238" y="94477"/>
                </a:lnTo>
                <a:cubicBezTo>
                  <a:pt x="47238" y="85792"/>
                  <a:pt x="40177" y="78731"/>
                  <a:pt x="31492" y="78731"/>
                </a:cubicBezTo>
                <a:lnTo>
                  <a:pt x="31468" y="78731"/>
                </a:lnTo>
                <a:close/>
                <a:moveTo>
                  <a:pt x="98413" y="39365"/>
                </a:moveTo>
                <a:cubicBezTo>
                  <a:pt x="98413" y="32847"/>
                  <a:pt x="93122" y="27556"/>
                  <a:pt x="86604" y="27556"/>
                </a:cubicBezTo>
                <a:cubicBezTo>
                  <a:pt x="80086" y="27556"/>
                  <a:pt x="74794" y="32847"/>
                  <a:pt x="74794" y="39365"/>
                </a:cubicBezTo>
                <a:cubicBezTo>
                  <a:pt x="74794" y="45883"/>
                  <a:pt x="80086" y="51175"/>
                  <a:pt x="86604" y="51175"/>
                </a:cubicBezTo>
                <a:cubicBezTo>
                  <a:pt x="93122" y="51175"/>
                  <a:pt x="98413" y="45883"/>
                  <a:pt x="98413" y="39365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0" name="Text 38"/>
          <p:cNvSpPr/>
          <p:nvPr/>
        </p:nvSpPr>
        <p:spPr>
          <a:xfrm>
            <a:off x="2031025" y="6406424"/>
            <a:ext cx="1223699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Protocol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09893" y="1727575"/>
            <a:ext cx="3419159" cy="3581119"/>
          </a:xfrm>
          <a:custGeom>
            <a:avLst/>
            <a:gdLst/>
            <a:ahLst/>
            <a:cxnLst/>
            <a:rect l="l" t="t" r="r" b="b"/>
            <a:pathLst>
              <a:path w="3419159" h="3581119">
                <a:moveTo>
                  <a:pt x="143981" y="0"/>
                </a:moveTo>
                <a:lnTo>
                  <a:pt x="3275178" y="0"/>
                </a:lnTo>
                <a:cubicBezTo>
                  <a:pt x="3354696" y="0"/>
                  <a:pt x="3419159" y="64462"/>
                  <a:pt x="3419159" y="143981"/>
                </a:cubicBezTo>
                <a:lnTo>
                  <a:pt x="3419159" y="3437138"/>
                </a:lnTo>
                <a:cubicBezTo>
                  <a:pt x="3419159" y="3516603"/>
                  <a:pt x="3354643" y="3581119"/>
                  <a:pt x="3275178" y="3581119"/>
                </a:cubicBezTo>
                <a:lnTo>
                  <a:pt x="143981" y="3581119"/>
                </a:lnTo>
                <a:cubicBezTo>
                  <a:pt x="64462" y="3581119"/>
                  <a:pt x="0" y="3516656"/>
                  <a:pt x="0" y="3437138"/>
                </a:cubicBezTo>
                <a:lnTo>
                  <a:pt x="0" y="143981"/>
                </a:lnTo>
                <a:cubicBezTo>
                  <a:pt x="0" y="64516"/>
                  <a:pt x="64516" y="0"/>
                  <a:pt x="143981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42" name="Text 40"/>
          <p:cNvSpPr/>
          <p:nvPr/>
        </p:nvSpPr>
        <p:spPr>
          <a:xfrm>
            <a:off x="8625840" y="1943522"/>
            <a:ext cx="3095238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Quantum Calendar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25840" y="2375306"/>
            <a:ext cx="3059247" cy="116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1134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calendar</a:t>
            </a:r>
            <a:r>
              <a:rPr lang="en-US" sz="113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updates in real-time. If a study block is missed or a new exam is announced, the AI automatically reshuffles the remaining tasks to ensure coverage without manual replanning.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625840" y="3688982"/>
            <a:ext cx="2987265" cy="395903"/>
          </a:xfrm>
          <a:custGeom>
            <a:avLst/>
            <a:gdLst/>
            <a:ahLst/>
            <a:cxnLst/>
            <a:rect l="l" t="t" r="r" b="b"/>
            <a:pathLst>
              <a:path w="2987265" h="395903">
                <a:moveTo>
                  <a:pt x="71983" y="0"/>
                </a:moveTo>
                <a:lnTo>
                  <a:pt x="2915282" y="0"/>
                </a:lnTo>
                <a:cubicBezTo>
                  <a:pt x="2955037" y="0"/>
                  <a:pt x="2987265" y="32228"/>
                  <a:pt x="2987265" y="71983"/>
                </a:cubicBezTo>
                <a:lnTo>
                  <a:pt x="2987265" y="323920"/>
                </a:lnTo>
                <a:cubicBezTo>
                  <a:pt x="2987265" y="363675"/>
                  <a:pt x="2955037" y="395903"/>
                  <a:pt x="2915282" y="395903"/>
                </a:cubicBezTo>
                <a:lnTo>
                  <a:pt x="71983" y="395903"/>
                </a:lnTo>
                <a:cubicBezTo>
                  <a:pt x="32228" y="395903"/>
                  <a:pt x="0" y="363675"/>
                  <a:pt x="0" y="323920"/>
                </a:cubicBezTo>
                <a:lnTo>
                  <a:pt x="0" y="71983"/>
                </a:lnTo>
                <a:cubicBezTo>
                  <a:pt x="0" y="32228"/>
                  <a:pt x="32228" y="0"/>
                  <a:pt x="7198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751809" y="3814951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134995" y="53987"/>
                </a:moveTo>
                <a:lnTo>
                  <a:pt x="137216" y="53987"/>
                </a:lnTo>
                <a:cubicBezTo>
                  <a:pt x="140956" y="53987"/>
                  <a:pt x="143965" y="50978"/>
                  <a:pt x="143965" y="47238"/>
                </a:cubicBezTo>
                <a:lnTo>
                  <a:pt x="143965" y="6748"/>
                </a:lnTo>
                <a:cubicBezTo>
                  <a:pt x="143965" y="4021"/>
                  <a:pt x="142334" y="1546"/>
                  <a:pt x="139803" y="506"/>
                </a:cubicBezTo>
                <a:cubicBezTo>
                  <a:pt x="137272" y="-534"/>
                  <a:pt x="134376" y="56"/>
                  <a:pt x="132436" y="1968"/>
                </a:cubicBezTo>
                <a:lnTo>
                  <a:pt x="117899" y="16533"/>
                </a:lnTo>
                <a:cubicBezTo>
                  <a:pt x="105443" y="6214"/>
                  <a:pt x="89415" y="0"/>
                  <a:pt x="71982" y="0"/>
                </a:cubicBezTo>
                <a:cubicBezTo>
                  <a:pt x="35710" y="0"/>
                  <a:pt x="5708" y="26825"/>
                  <a:pt x="731" y="61719"/>
                </a:cubicBezTo>
                <a:cubicBezTo>
                  <a:pt x="28" y="66640"/>
                  <a:pt x="3430" y="71195"/>
                  <a:pt x="8351" y="71898"/>
                </a:cubicBezTo>
                <a:cubicBezTo>
                  <a:pt x="13272" y="72601"/>
                  <a:pt x="17827" y="69170"/>
                  <a:pt x="18530" y="64278"/>
                </a:cubicBezTo>
                <a:cubicBezTo>
                  <a:pt x="22270" y="38100"/>
                  <a:pt x="44792" y="17996"/>
                  <a:pt x="71982" y="17996"/>
                </a:cubicBezTo>
                <a:cubicBezTo>
                  <a:pt x="84467" y="17996"/>
                  <a:pt x="95939" y="22213"/>
                  <a:pt x="105077" y="29327"/>
                </a:cubicBezTo>
                <a:lnTo>
                  <a:pt x="91946" y="42458"/>
                </a:lnTo>
                <a:cubicBezTo>
                  <a:pt x="90006" y="44398"/>
                  <a:pt x="89444" y="47295"/>
                  <a:pt x="90484" y="49825"/>
                </a:cubicBezTo>
                <a:cubicBezTo>
                  <a:pt x="91524" y="52356"/>
                  <a:pt x="93999" y="53987"/>
                  <a:pt x="96726" y="53987"/>
                </a:cubicBezTo>
                <a:lnTo>
                  <a:pt x="134995" y="53987"/>
                </a:lnTo>
                <a:close/>
                <a:moveTo>
                  <a:pt x="143262" y="82245"/>
                </a:moveTo>
                <a:cubicBezTo>
                  <a:pt x="143965" y="77325"/>
                  <a:pt x="140534" y="72770"/>
                  <a:pt x="135642" y="72067"/>
                </a:cubicBezTo>
                <a:cubicBezTo>
                  <a:pt x="130749" y="71364"/>
                  <a:pt x="126166" y="74794"/>
                  <a:pt x="125463" y="79687"/>
                </a:cubicBezTo>
                <a:cubicBezTo>
                  <a:pt x="121723" y="105836"/>
                  <a:pt x="99201" y="125941"/>
                  <a:pt x="72010" y="125941"/>
                </a:cubicBezTo>
                <a:cubicBezTo>
                  <a:pt x="59526" y="125941"/>
                  <a:pt x="48054" y="121723"/>
                  <a:pt x="38915" y="114609"/>
                </a:cubicBezTo>
                <a:lnTo>
                  <a:pt x="52018" y="101506"/>
                </a:lnTo>
                <a:cubicBezTo>
                  <a:pt x="53959" y="99566"/>
                  <a:pt x="54521" y="96670"/>
                  <a:pt x="53481" y="94139"/>
                </a:cubicBezTo>
                <a:cubicBezTo>
                  <a:pt x="52440" y="91609"/>
                  <a:pt x="49966" y="89978"/>
                  <a:pt x="47238" y="89978"/>
                </a:cubicBezTo>
                <a:lnTo>
                  <a:pt x="6748" y="89978"/>
                </a:lnTo>
                <a:cubicBezTo>
                  <a:pt x="3009" y="89978"/>
                  <a:pt x="0" y="92986"/>
                  <a:pt x="0" y="96726"/>
                </a:cubicBezTo>
                <a:lnTo>
                  <a:pt x="0" y="137216"/>
                </a:lnTo>
                <a:cubicBezTo>
                  <a:pt x="0" y="139944"/>
                  <a:pt x="1631" y="142418"/>
                  <a:pt x="4161" y="143458"/>
                </a:cubicBezTo>
                <a:cubicBezTo>
                  <a:pt x="6692" y="144499"/>
                  <a:pt x="9588" y="143908"/>
                  <a:pt x="11528" y="141996"/>
                </a:cubicBezTo>
                <a:lnTo>
                  <a:pt x="26094" y="127431"/>
                </a:lnTo>
                <a:cubicBezTo>
                  <a:pt x="38522" y="137750"/>
                  <a:pt x="54549" y="143965"/>
                  <a:pt x="71982" y="143965"/>
                </a:cubicBezTo>
                <a:cubicBezTo>
                  <a:pt x="108255" y="143965"/>
                  <a:pt x="138257" y="117140"/>
                  <a:pt x="143234" y="82245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6" name="Text 44"/>
          <p:cNvSpPr/>
          <p:nvPr/>
        </p:nvSpPr>
        <p:spPr>
          <a:xfrm>
            <a:off x="9021743" y="3796956"/>
            <a:ext cx="153862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Auto-reshuffle on changes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25840" y="4192858"/>
            <a:ext cx="2987265" cy="395903"/>
          </a:xfrm>
          <a:custGeom>
            <a:avLst/>
            <a:gdLst/>
            <a:ahLst/>
            <a:cxnLst/>
            <a:rect l="l" t="t" r="r" b="b"/>
            <a:pathLst>
              <a:path w="2987265" h="395903">
                <a:moveTo>
                  <a:pt x="71983" y="0"/>
                </a:moveTo>
                <a:lnTo>
                  <a:pt x="2915282" y="0"/>
                </a:lnTo>
                <a:cubicBezTo>
                  <a:pt x="2955037" y="0"/>
                  <a:pt x="2987265" y="32228"/>
                  <a:pt x="2987265" y="71983"/>
                </a:cubicBezTo>
                <a:lnTo>
                  <a:pt x="2987265" y="323920"/>
                </a:lnTo>
                <a:cubicBezTo>
                  <a:pt x="2987265" y="363675"/>
                  <a:pt x="2955037" y="395903"/>
                  <a:pt x="2915282" y="395903"/>
                </a:cubicBezTo>
                <a:lnTo>
                  <a:pt x="71983" y="395903"/>
                </a:lnTo>
                <a:cubicBezTo>
                  <a:pt x="32228" y="395903"/>
                  <a:pt x="0" y="363675"/>
                  <a:pt x="0" y="323920"/>
                </a:cubicBezTo>
                <a:lnTo>
                  <a:pt x="0" y="71983"/>
                </a:lnTo>
                <a:cubicBezTo>
                  <a:pt x="0" y="32228"/>
                  <a:pt x="32228" y="0"/>
                  <a:pt x="7198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51809" y="4318827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33742" y="15746"/>
                </a:moveTo>
                <a:cubicBezTo>
                  <a:pt x="33742" y="7058"/>
                  <a:pt x="40799" y="0"/>
                  <a:pt x="49488" y="0"/>
                </a:cubicBezTo>
                <a:lnTo>
                  <a:pt x="56236" y="0"/>
                </a:lnTo>
                <a:cubicBezTo>
                  <a:pt x="61213" y="0"/>
                  <a:pt x="65234" y="4021"/>
                  <a:pt x="65234" y="8998"/>
                </a:cubicBezTo>
                <a:lnTo>
                  <a:pt x="65234" y="134967"/>
                </a:lnTo>
                <a:cubicBezTo>
                  <a:pt x="65234" y="139944"/>
                  <a:pt x="61213" y="143965"/>
                  <a:pt x="56236" y="143965"/>
                </a:cubicBezTo>
                <a:lnTo>
                  <a:pt x="47238" y="143965"/>
                </a:lnTo>
                <a:cubicBezTo>
                  <a:pt x="38859" y="143965"/>
                  <a:pt x="31802" y="138228"/>
                  <a:pt x="29805" y="130468"/>
                </a:cubicBezTo>
                <a:cubicBezTo>
                  <a:pt x="29608" y="130468"/>
                  <a:pt x="29440" y="130468"/>
                  <a:pt x="29243" y="130468"/>
                </a:cubicBezTo>
                <a:cubicBezTo>
                  <a:pt x="16815" y="130468"/>
                  <a:pt x="6748" y="120402"/>
                  <a:pt x="6748" y="107973"/>
                </a:cubicBezTo>
                <a:cubicBezTo>
                  <a:pt x="6748" y="102912"/>
                  <a:pt x="8435" y="98245"/>
                  <a:pt x="11247" y="94477"/>
                </a:cubicBezTo>
                <a:cubicBezTo>
                  <a:pt x="5792" y="90372"/>
                  <a:pt x="2249" y="83848"/>
                  <a:pt x="2249" y="76481"/>
                </a:cubicBezTo>
                <a:cubicBezTo>
                  <a:pt x="2249" y="67793"/>
                  <a:pt x="7198" y="60229"/>
                  <a:pt x="14396" y="56489"/>
                </a:cubicBezTo>
                <a:cubicBezTo>
                  <a:pt x="12400" y="53115"/>
                  <a:pt x="11247" y="49179"/>
                  <a:pt x="11247" y="44989"/>
                </a:cubicBezTo>
                <a:cubicBezTo>
                  <a:pt x="11247" y="32561"/>
                  <a:pt x="21314" y="22494"/>
                  <a:pt x="33742" y="22494"/>
                </a:cubicBezTo>
                <a:lnTo>
                  <a:pt x="33742" y="15746"/>
                </a:lnTo>
                <a:close/>
                <a:moveTo>
                  <a:pt x="110223" y="15746"/>
                </a:moveTo>
                <a:lnTo>
                  <a:pt x="110223" y="22494"/>
                </a:lnTo>
                <a:cubicBezTo>
                  <a:pt x="122651" y="22494"/>
                  <a:pt x="132717" y="32561"/>
                  <a:pt x="132717" y="44989"/>
                </a:cubicBezTo>
                <a:cubicBezTo>
                  <a:pt x="132717" y="49207"/>
                  <a:pt x="131565" y="53143"/>
                  <a:pt x="129568" y="56489"/>
                </a:cubicBezTo>
                <a:cubicBezTo>
                  <a:pt x="136794" y="60229"/>
                  <a:pt x="141715" y="67765"/>
                  <a:pt x="141715" y="76481"/>
                </a:cubicBezTo>
                <a:cubicBezTo>
                  <a:pt x="141715" y="83848"/>
                  <a:pt x="138172" y="90372"/>
                  <a:pt x="132717" y="94477"/>
                </a:cubicBezTo>
                <a:cubicBezTo>
                  <a:pt x="135529" y="98245"/>
                  <a:pt x="137216" y="102912"/>
                  <a:pt x="137216" y="107973"/>
                </a:cubicBezTo>
                <a:cubicBezTo>
                  <a:pt x="137216" y="120402"/>
                  <a:pt x="127150" y="130468"/>
                  <a:pt x="114722" y="130468"/>
                </a:cubicBezTo>
                <a:cubicBezTo>
                  <a:pt x="114525" y="130468"/>
                  <a:pt x="114356" y="130468"/>
                  <a:pt x="114159" y="130468"/>
                </a:cubicBezTo>
                <a:cubicBezTo>
                  <a:pt x="112163" y="138228"/>
                  <a:pt x="105105" y="143965"/>
                  <a:pt x="96726" y="143965"/>
                </a:cubicBezTo>
                <a:lnTo>
                  <a:pt x="87728" y="143965"/>
                </a:lnTo>
                <a:cubicBezTo>
                  <a:pt x="82752" y="143965"/>
                  <a:pt x="78731" y="139944"/>
                  <a:pt x="78731" y="134967"/>
                </a:cubicBezTo>
                <a:lnTo>
                  <a:pt x="78731" y="8998"/>
                </a:lnTo>
                <a:cubicBezTo>
                  <a:pt x="78731" y="4021"/>
                  <a:pt x="82752" y="0"/>
                  <a:pt x="87728" y="0"/>
                </a:cubicBezTo>
                <a:lnTo>
                  <a:pt x="94477" y="0"/>
                </a:lnTo>
                <a:cubicBezTo>
                  <a:pt x="103165" y="0"/>
                  <a:pt x="110223" y="7058"/>
                  <a:pt x="110223" y="1574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9" name="Text 47"/>
          <p:cNvSpPr/>
          <p:nvPr/>
        </p:nvSpPr>
        <p:spPr>
          <a:xfrm>
            <a:off x="9021743" y="4300832"/>
            <a:ext cx="143964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AI-optimized time blocks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625840" y="4696734"/>
            <a:ext cx="2987265" cy="395903"/>
          </a:xfrm>
          <a:custGeom>
            <a:avLst/>
            <a:gdLst/>
            <a:ahLst/>
            <a:cxnLst/>
            <a:rect l="l" t="t" r="r" b="b"/>
            <a:pathLst>
              <a:path w="2987265" h="395903">
                <a:moveTo>
                  <a:pt x="71983" y="0"/>
                </a:moveTo>
                <a:lnTo>
                  <a:pt x="2915282" y="0"/>
                </a:lnTo>
                <a:cubicBezTo>
                  <a:pt x="2955037" y="0"/>
                  <a:pt x="2987265" y="32228"/>
                  <a:pt x="2987265" y="71983"/>
                </a:cubicBezTo>
                <a:lnTo>
                  <a:pt x="2987265" y="323920"/>
                </a:lnTo>
                <a:cubicBezTo>
                  <a:pt x="2987265" y="363675"/>
                  <a:pt x="2955037" y="395903"/>
                  <a:pt x="2915282" y="395903"/>
                </a:cubicBezTo>
                <a:lnTo>
                  <a:pt x="71983" y="395903"/>
                </a:lnTo>
                <a:cubicBezTo>
                  <a:pt x="32228" y="395903"/>
                  <a:pt x="0" y="363675"/>
                  <a:pt x="0" y="323920"/>
                </a:cubicBezTo>
                <a:lnTo>
                  <a:pt x="0" y="71983"/>
                </a:lnTo>
                <a:cubicBezTo>
                  <a:pt x="0" y="32228"/>
                  <a:pt x="32228" y="0"/>
                  <a:pt x="7198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60807" y="4822703"/>
            <a:ext cx="125969" cy="143965"/>
          </a:xfrm>
          <a:custGeom>
            <a:avLst/>
            <a:gdLst/>
            <a:ahLst/>
            <a:cxnLst/>
            <a:rect l="l" t="t" r="r" b="b"/>
            <a:pathLst>
              <a:path w="125969" h="143965">
                <a:moveTo>
                  <a:pt x="95264" y="-2784"/>
                </a:moveTo>
                <a:cubicBezTo>
                  <a:pt x="98610" y="-366"/>
                  <a:pt x="99847" y="4021"/>
                  <a:pt x="98329" y="7845"/>
                </a:cubicBezTo>
                <a:lnTo>
                  <a:pt x="76284" y="62985"/>
                </a:lnTo>
                <a:lnTo>
                  <a:pt x="116971" y="62985"/>
                </a:lnTo>
                <a:cubicBezTo>
                  <a:pt x="120767" y="62985"/>
                  <a:pt x="124141" y="65346"/>
                  <a:pt x="125435" y="68917"/>
                </a:cubicBezTo>
                <a:cubicBezTo>
                  <a:pt x="126728" y="72488"/>
                  <a:pt x="125632" y="76481"/>
                  <a:pt x="122735" y="78899"/>
                </a:cubicBezTo>
                <a:lnTo>
                  <a:pt x="41755" y="146383"/>
                </a:lnTo>
                <a:cubicBezTo>
                  <a:pt x="38578" y="149026"/>
                  <a:pt x="34051" y="149166"/>
                  <a:pt x="30705" y="146748"/>
                </a:cubicBezTo>
                <a:cubicBezTo>
                  <a:pt x="27359" y="144330"/>
                  <a:pt x="26122" y="139944"/>
                  <a:pt x="27640" y="136120"/>
                </a:cubicBezTo>
                <a:lnTo>
                  <a:pt x="49685" y="80980"/>
                </a:lnTo>
                <a:lnTo>
                  <a:pt x="8998" y="80980"/>
                </a:lnTo>
                <a:cubicBezTo>
                  <a:pt x="5202" y="80980"/>
                  <a:pt x="1828" y="78618"/>
                  <a:pt x="534" y="75047"/>
                </a:cubicBezTo>
                <a:cubicBezTo>
                  <a:pt x="-759" y="71476"/>
                  <a:pt x="337" y="67483"/>
                  <a:pt x="3234" y="65065"/>
                </a:cubicBezTo>
                <a:lnTo>
                  <a:pt x="84214" y="-2418"/>
                </a:lnTo>
                <a:cubicBezTo>
                  <a:pt x="87391" y="-5061"/>
                  <a:pt x="91918" y="-5202"/>
                  <a:pt x="95264" y="-2784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2" name="Text 50"/>
          <p:cNvSpPr/>
          <p:nvPr/>
        </p:nvSpPr>
        <p:spPr>
          <a:xfrm>
            <a:off x="9021743" y="4804708"/>
            <a:ext cx="121470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adaptation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09893" y="5452548"/>
            <a:ext cx="3419159" cy="1403655"/>
          </a:xfrm>
          <a:custGeom>
            <a:avLst/>
            <a:gdLst/>
            <a:ahLst/>
            <a:cxnLst/>
            <a:rect l="l" t="t" r="r" b="b"/>
            <a:pathLst>
              <a:path w="3419159" h="1403655">
                <a:moveTo>
                  <a:pt x="143959" y="0"/>
                </a:moveTo>
                <a:lnTo>
                  <a:pt x="3275200" y="0"/>
                </a:lnTo>
                <a:cubicBezTo>
                  <a:pt x="3354706" y="0"/>
                  <a:pt x="3419159" y="64453"/>
                  <a:pt x="3419159" y="143959"/>
                </a:cubicBezTo>
                <a:lnTo>
                  <a:pt x="3419159" y="1259696"/>
                </a:lnTo>
                <a:cubicBezTo>
                  <a:pt x="3419159" y="1339149"/>
                  <a:pt x="3354653" y="1403655"/>
                  <a:pt x="3275200" y="1403655"/>
                </a:cubicBezTo>
                <a:lnTo>
                  <a:pt x="143959" y="1403655"/>
                </a:lnTo>
                <a:cubicBezTo>
                  <a:pt x="64453" y="1403655"/>
                  <a:pt x="0" y="1339202"/>
                  <a:pt x="0" y="1259696"/>
                </a:cubicBezTo>
                <a:lnTo>
                  <a:pt x="0" y="143959"/>
                </a:lnTo>
                <a:cubicBezTo>
                  <a:pt x="0" y="64506"/>
                  <a:pt x="64506" y="0"/>
                  <a:pt x="14395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589849" y="5632504"/>
            <a:ext cx="314022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Status Indicator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89849" y="6010411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0"/>
                </a:moveTo>
                <a:lnTo>
                  <a:pt x="71982" y="0"/>
                </a:lnTo>
                <a:cubicBezTo>
                  <a:pt x="111710" y="0"/>
                  <a:pt x="143965" y="32254"/>
                  <a:pt x="143965" y="71982"/>
                </a:cubicBezTo>
                <a:lnTo>
                  <a:pt x="143965" y="71982"/>
                </a:lnTo>
                <a:cubicBezTo>
                  <a:pt x="143965" y="111710"/>
                  <a:pt x="111710" y="143965"/>
                  <a:pt x="71982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6" name="Text 54"/>
          <p:cNvSpPr/>
          <p:nvPr/>
        </p:nvSpPr>
        <p:spPr>
          <a:xfrm>
            <a:off x="8841787" y="5992416"/>
            <a:ext cx="152962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Smooth: 70-100% on track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89849" y="6262349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0"/>
                </a:moveTo>
                <a:lnTo>
                  <a:pt x="71982" y="0"/>
                </a:lnTo>
                <a:cubicBezTo>
                  <a:pt x="111710" y="0"/>
                  <a:pt x="143965" y="32254"/>
                  <a:pt x="143965" y="71982"/>
                </a:cubicBezTo>
                <a:lnTo>
                  <a:pt x="143965" y="71982"/>
                </a:lnTo>
                <a:cubicBezTo>
                  <a:pt x="143965" y="111710"/>
                  <a:pt x="111710" y="143965"/>
                  <a:pt x="71982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58" name="Text 56"/>
          <p:cNvSpPr/>
          <p:nvPr/>
        </p:nvSpPr>
        <p:spPr>
          <a:xfrm>
            <a:off x="8841787" y="6244354"/>
            <a:ext cx="1304679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Alert: 40-70% on track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89849" y="6514287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0"/>
                </a:moveTo>
                <a:lnTo>
                  <a:pt x="71982" y="0"/>
                </a:lnTo>
                <a:cubicBezTo>
                  <a:pt x="111710" y="0"/>
                  <a:pt x="143965" y="32254"/>
                  <a:pt x="143965" y="71982"/>
                </a:cubicBezTo>
                <a:lnTo>
                  <a:pt x="143965" y="71982"/>
                </a:lnTo>
                <a:cubicBezTo>
                  <a:pt x="143965" y="111710"/>
                  <a:pt x="111710" y="143965"/>
                  <a:pt x="71982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0" name="Text 58"/>
          <p:cNvSpPr/>
          <p:nvPr/>
        </p:nvSpPr>
        <p:spPr>
          <a:xfrm>
            <a:off x="8841787" y="6496292"/>
            <a:ext cx="121470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Panic: &lt;40% on track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01" y="373701"/>
            <a:ext cx="563354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kern="0" spc="5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BIO-MIMETIC VISUALIZATION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701" y="635292"/>
            <a:ext cx="5792368" cy="56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3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Knowledge Tree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3701" y="1307954"/>
            <a:ext cx="5661572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your syllabus becomes a living, breathing ecosystem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701" y="1793766"/>
            <a:ext cx="5568147" cy="1588230"/>
          </a:xfrm>
          <a:custGeom>
            <a:avLst/>
            <a:gdLst/>
            <a:ahLst/>
            <a:cxnLst/>
            <a:rect l="l" t="t" r="r" b="b"/>
            <a:pathLst>
              <a:path w="5568147" h="1588230">
                <a:moveTo>
                  <a:pt x="149484" y="0"/>
                </a:moveTo>
                <a:lnTo>
                  <a:pt x="5418663" y="0"/>
                </a:lnTo>
                <a:cubicBezTo>
                  <a:pt x="5501221" y="0"/>
                  <a:pt x="5568147" y="66926"/>
                  <a:pt x="5568147" y="149484"/>
                </a:cubicBezTo>
                <a:lnTo>
                  <a:pt x="5568147" y="1438746"/>
                </a:lnTo>
                <a:cubicBezTo>
                  <a:pt x="5568147" y="1521304"/>
                  <a:pt x="5501221" y="1588230"/>
                  <a:pt x="5418663" y="1588230"/>
                </a:cubicBezTo>
                <a:lnTo>
                  <a:pt x="149484" y="1588230"/>
                </a:lnTo>
                <a:cubicBezTo>
                  <a:pt x="66926" y="1588230"/>
                  <a:pt x="0" y="1521304"/>
                  <a:pt x="0" y="1438746"/>
                </a:cubicBezTo>
                <a:lnTo>
                  <a:pt x="0" y="149484"/>
                </a:lnTo>
                <a:cubicBezTo>
                  <a:pt x="0" y="66926"/>
                  <a:pt x="66926" y="0"/>
                  <a:pt x="1494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0552" y="1980616"/>
            <a:ext cx="373701" cy="373701"/>
          </a:xfrm>
          <a:custGeom>
            <a:avLst/>
            <a:gdLst/>
            <a:ahLst/>
            <a:cxnLst/>
            <a:rect l="l" t="t" r="r" b="b"/>
            <a:pathLst>
              <a:path w="373701" h="373701">
                <a:moveTo>
                  <a:pt x="74740" y="0"/>
                </a:moveTo>
                <a:lnTo>
                  <a:pt x="298961" y="0"/>
                </a:lnTo>
                <a:cubicBezTo>
                  <a:pt x="340211" y="0"/>
                  <a:pt x="373701" y="33490"/>
                  <a:pt x="373701" y="74740"/>
                </a:cubicBezTo>
                <a:lnTo>
                  <a:pt x="373701" y="298961"/>
                </a:lnTo>
                <a:cubicBezTo>
                  <a:pt x="373701" y="340211"/>
                  <a:pt x="340211" y="373701"/>
                  <a:pt x="298961" y="373701"/>
                </a:cubicBezTo>
                <a:lnTo>
                  <a:pt x="74740" y="373701"/>
                </a:lnTo>
                <a:cubicBezTo>
                  <a:pt x="33490" y="373701"/>
                  <a:pt x="0" y="340211"/>
                  <a:pt x="0" y="298961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" name="Shape 5"/>
          <p:cNvSpPr/>
          <p:nvPr/>
        </p:nvSpPr>
        <p:spPr>
          <a:xfrm>
            <a:off x="672662" y="2092726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149480" y="9343"/>
                </a:moveTo>
                <a:cubicBezTo>
                  <a:pt x="149480" y="40903"/>
                  <a:pt x="127117" y="67237"/>
                  <a:pt x="97396" y="73397"/>
                </a:cubicBezTo>
                <a:cubicBezTo>
                  <a:pt x="95089" y="56435"/>
                  <a:pt x="87469" y="41166"/>
                  <a:pt x="76229" y="29341"/>
                </a:cubicBezTo>
                <a:cubicBezTo>
                  <a:pt x="87937" y="11678"/>
                  <a:pt x="107994" y="0"/>
                  <a:pt x="130795" y="0"/>
                </a:cubicBezTo>
                <a:lnTo>
                  <a:pt x="140138" y="0"/>
                </a:lnTo>
                <a:cubicBezTo>
                  <a:pt x="145306" y="0"/>
                  <a:pt x="149480" y="4175"/>
                  <a:pt x="149480" y="9343"/>
                </a:cubicBezTo>
                <a:close/>
                <a:moveTo>
                  <a:pt x="0" y="28028"/>
                </a:moveTo>
                <a:cubicBezTo>
                  <a:pt x="0" y="22860"/>
                  <a:pt x="4175" y="18685"/>
                  <a:pt x="9343" y="18685"/>
                </a:cubicBezTo>
                <a:lnTo>
                  <a:pt x="18685" y="18685"/>
                </a:lnTo>
                <a:cubicBezTo>
                  <a:pt x="54800" y="18685"/>
                  <a:pt x="84083" y="47968"/>
                  <a:pt x="84083" y="84083"/>
                </a:cubicBezTo>
                <a:lnTo>
                  <a:pt x="84083" y="140138"/>
                </a:lnTo>
                <a:cubicBezTo>
                  <a:pt x="84083" y="145306"/>
                  <a:pt x="79908" y="149480"/>
                  <a:pt x="74740" y="149480"/>
                </a:cubicBezTo>
                <a:cubicBezTo>
                  <a:pt x="69573" y="149480"/>
                  <a:pt x="65398" y="145306"/>
                  <a:pt x="65398" y="140138"/>
                </a:cubicBezTo>
                <a:lnTo>
                  <a:pt x="65398" y="93425"/>
                </a:lnTo>
                <a:cubicBezTo>
                  <a:pt x="29283" y="93425"/>
                  <a:pt x="0" y="64142"/>
                  <a:pt x="0" y="280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46363" y="2036671"/>
            <a:ext cx="127992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Growth Phase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0552" y="2466428"/>
            <a:ext cx="5269186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topics appear as </a:t>
            </a:r>
            <a:r>
              <a:rPr lang="en-US" sz="1177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buds and small leaves</a:t>
            </a:r>
            <a:r>
              <a:rPr lang="en-US" sz="11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the tree. Each new concept adds to the organic structure, creating a visual representation of your expanding knowledge.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3701" y="3531476"/>
            <a:ext cx="5568147" cy="1588230"/>
          </a:xfrm>
          <a:custGeom>
            <a:avLst/>
            <a:gdLst/>
            <a:ahLst/>
            <a:cxnLst/>
            <a:rect l="l" t="t" r="r" b="b"/>
            <a:pathLst>
              <a:path w="5568147" h="1588230">
                <a:moveTo>
                  <a:pt x="149484" y="0"/>
                </a:moveTo>
                <a:lnTo>
                  <a:pt x="5418663" y="0"/>
                </a:lnTo>
                <a:cubicBezTo>
                  <a:pt x="5501221" y="0"/>
                  <a:pt x="5568147" y="66926"/>
                  <a:pt x="5568147" y="149484"/>
                </a:cubicBezTo>
                <a:lnTo>
                  <a:pt x="5568147" y="1438746"/>
                </a:lnTo>
                <a:cubicBezTo>
                  <a:pt x="5568147" y="1521304"/>
                  <a:pt x="5501221" y="1588230"/>
                  <a:pt x="5418663" y="1588230"/>
                </a:cubicBezTo>
                <a:lnTo>
                  <a:pt x="149484" y="1588230"/>
                </a:lnTo>
                <a:cubicBezTo>
                  <a:pt x="66926" y="1588230"/>
                  <a:pt x="0" y="1521304"/>
                  <a:pt x="0" y="1438746"/>
                </a:cubicBezTo>
                <a:lnTo>
                  <a:pt x="0" y="149484"/>
                </a:lnTo>
                <a:cubicBezTo>
                  <a:pt x="0" y="66926"/>
                  <a:pt x="66926" y="0"/>
                  <a:pt x="1494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0552" y="3718326"/>
            <a:ext cx="373701" cy="373701"/>
          </a:xfrm>
          <a:custGeom>
            <a:avLst/>
            <a:gdLst/>
            <a:ahLst/>
            <a:cxnLst/>
            <a:rect l="l" t="t" r="r" b="b"/>
            <a:pathLst>
              <a:path w="373701" h="373701">
                <a:moveTo>
                  <a:pt x="74740" y="0"/>
                </a:moveTo>
                <a:lnTo>
                  <a:pt x="298961" y="0"/>
                </a:lnTo>
                <a:cubicBezTo>
                  <a:pt x="340211" y="0"/>
                  <a:pt x="373701" y="33490"/>
                  <a:pt x="373701" y="74740"/>
                </a:cubicBezTo>
                <a:lnTo>
                  <a:pt x="373701" y="298961"/>
                </a:lnTo>
                <a:cubicBezTo>
                  <a:pt x="373701" y="340211"/>
                  <a:pt x="340211" y="373701"/>
                  <a:pt x="298961" y="373701"/>
                </a:cubicBezTo>
                <a:lnTo>
                  <a:pt x="74740" y="373701"/>
                </a:lnTo>
                <a:cubicBezTo>
                  <a:pt x="33490" y="373701"/>
                  <a:pt x="0" y="340211"/>
                  <a:pt x="0" y="298961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662" y="3830437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137598" y="1956"/>
                </a:moveTo>
                <a:cubicBezTo>
                  <a:pt x="139466" y="175"/>
                  <a:pt x="142182" y="-467"/>
                  <a:pt x="144692" y="350"/>
                </a:cubicBezTo>
                <a:cubicBezTo>
                  <a:pt x="147554" y="1314"/>
                  <a:pt x="149480" y="4000"/>
                  <a:pt x="149480" y="7007"/>
                </a:cubicBezTo>
                <a:lnTo>
                  <a:pt x="149480" y="61573"/>
                </a:lnTo>
                <a:cubicBezTo>
                  <a:pt x="149480" y="99877"/>
                  <a:pt x="117920" y="130795"/>
                  <a:pt x="79762" y="130795"/>
                </a:cubicBezTo>
                <a:cubicBezTo>
                  <a:pt x="57281" y="130795"/>
                  <a:pt x="37896" y="116344"/>
                  <a:pt x="30860" y="96140"/>
                </a:cubicBezTo>
                <a:cubicBezTo>
                  <a:pt x="20524" y="105133"/>
                  <a:pt x="14014" y="118358"/>
                  <a:pt x="14014" y="133131"/>
                </a:cubicBezTo>
                <a:cubicBezTo>
                  <a:pt x="14014" y="137014"/>
                  <a:pt x="10890" y="140138"/>
                  <a:pt x="7007" y="140138"/>
                </a:cubicBezTo>
                <a:cubicBezTo>
                  <a:pt x="3124" y="140138"/>
                  <a:pt x="0" y="137014"/>
                  <a:pt x="0" y="133131"/>
                </a:cubicBezTo>
                <a:cubicBezTo>
                  <a:pt x="0" y="111264"/>
                  <a:pt x="11153" y="91995"/>
                  <a:pt x="28057" y="80667"/>
                </a:cubicBezTo>
                <a:cubicBezTo>
                  <a:pt x="38363" y="73777"/>
                  <a:pt x="50654" y="70069"/>
                  <a:pt x="63062" y="70069"/>
                </a:cubicBezTo>
                <a:lnTo>
                  <a:pt x="86418" y="70069"/>
                </a:lnTo>
                <a:cubicBezTo>
                  <a:pt x="90301" y="70069"/>
                  <a:pt x="93425" y="66945"/>
                  <a:pt x="93425" y="63062"/>
                </a:cubicBezTo>
                <a:cubicBezTo>
                  <a:pt x="93425" y="59179"/>
                  <a:pt x="90301" y="56055"/>
                  <a:pt x="86418" y="56055"/>
                </a:cubicBezTo>
                <a:lnTo>
                  <a:pt x="63062" y="56055"/>
                </a:lnTo>
                <a:cubicBezTo>
                  <a:pt x="51471" y="56055"/>
                  <a:pt x="40494" y="58624"/>
                  <a:pt x="30655" y="63208"/>
                </a:cubicBezTo>
                <a:cubicBezTo>
                  <a:pt x="37458" y="42771"/>
                  <a:pt x="56697" y="28028"/>
                  <a:pt x="79411" y="28028"/>
                </a:cubicBezTo>
                <a:cubicBezTo>
                  <a:pt x="98797" y="28028"/>
                  <a:pt x="113220" y="21575"/>
                  <a:pt x="122825" y="15182"/>
                </a:cubicBezTo>
                <a:cubicBezTo>
                  <a:pt x="128431" y="11445"/>
                  <a:pt x="133189" y="6978"/>
                  <a:pt x="137627" y="19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6363" y="3774382"/>
            <a:ext cx="1335982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Mastery Phase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0552" y="4204138"/>
            <a:ext cx="5269186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 topics turn into </a:t>
            </a:r>
            <a:r>
              <a:rPr lang="en-US" sz="1177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vibrant green leaves</a:t>
            </a:r>
            <a:r>
              <a:rPr lang="en-US" sz="11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creating a lush canopy that represents your mastered concepts. The more you learn, the fuller your tree becomes.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3701" y="5269186"/>
            <a:ext cx="5568147" cy="1588230"/>
          </a:xfrm>
          <a:custGeom>
            <a:avLst/>
            <a:gdLst/>
            <a:ahLst/>
            <a:cxnLst/>
            <a:rect l="l" t="t" r="r" b="b"/>
            <a:pathLst>
              <a:path w="5568147" h="1588230">
                <a:moveTo>
                  <a:pt x="149484" y="0"/>
                </a:moveTo>
                <a:lnTo>
                  <a:pt x="5418663" y="0"/>
                </a:lnTo>
                <a:cubicBezTo>
                  <a:pt x="5501221" y="0"/>
                  <a:pt x="5568147" y="66926"/>
                  <a:pt x="5568147" y="149484"/>
                </a:cubicBezTo>
                <a:lnTo>
                  <a:pt x="5568147" y="1438746"/>
                </a:lnTo>
                <a:cubicBezTo>
                  <a:pt x="5568147" y="1521304"/>
                  <a:pt x="5501221" y="1588230"/>
                  <a:pt x="5418663" y="1588230"/>
                </a:cubicBezTo>
                <a:lnTo>
                  <a:pt x="149484" y="1588230"/>
                </a:lnTo>
                <a:cubicBezTo>
                  <a:pt x="66926" y="1588230"/>
                  <a:pt x="0" y="1521304"/>
                  <a:pt x="0" y="1438746"/>
                </a:cubicBezTo>
                <a:lnTo>
                  <a:pt x="0" y="149484"/>
                </a:lnTo>
                <a:cubicBezTo>
                  <a:pt x="0" y="66926"/>
                  <a:pt x="66926" y="0"/>
                  <a:pt x="1494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0552" y="5456037"/>
            <a:ext cx="373701" cy="373701"/>
          </a:xfrm>
          <a:custGeom>
            <a:avLst/>
            <a:gdLst/>
            <a:ahLst/>
            <a:cxnLst/>
            <a:rect l="l" t="t" r="r" b="b"/>
            <a:pathLst>
              <a:path w="373701" h="373701">
                <a:moveTo>
                  <a:pt x="74740" y="0"/>
                </a:moveTo>
                <a:lnTo>
                  <a:pt x="298961" y="0"/>
                </a:lnTo>
                <a:cubicBezTo>
                  <a:pt x="340211" y="0"/>
                  <a:pt x="373701" y="33490"/>
                  <a:pt x="373701" y="74740"/>
                </a:cubicBezTo>
                <a:lnTo>
                  <a:pt x="373701" y="298961"/>
                </a:lnTo>
                <a:cubicBezTo>
                  <a:pt x="373701" y="340211"/>
                  <a:pt x="340211" y="373701"/>
                  <a:pt x="298961" y="373701"/>
                </a:cubicBezTo>
                <a:lnTo>
                  <a:pt x="74740" y="373701"/>
                </a:lnTo>
                <a:cubicBezTo>
                  <a:pt x="33490" y="373701"/>
                  <a:pt x="0" y="340211"/>
                  <a:pt x="0" y="298961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662" y="5568147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137598" y="1956"/>
                </a:moveTo>
                <a:cubicBezTo>
                  <a:pt x="139466" y="175"/>
                  <a:pt x="142182" y="-467"/>
                  <a:pt x="144692" y="350"/>
                </a:cubicBezTo>
                <a:cubicBezTo>
                  <a:pt x="147554" y="1314"/>
                  <a:pt x="149480" y="4000"/>
                  <a:pt x="149480" y="7007"/>
                </a:cubicBezTo>
                <a:lnTo>
                  <a:pt x="149480" y="61573"/>
                </a:lnTo>
                <a:cubicBezTo>
                  <a:pt x="149480" y="99877"/>
                  <a:pt x="117920" y="130795"/>
                  <a:pt x="79762" y="130795"/>
                </a:cubicBezTo>
                <a:cubicBezTo>
                  <a:pt x="57281" y="130795"/>
                  <a:pt x="37896" y="116344"/>
                  <a:pt x="30860" y="96140"/>
                </a:cubicBezTo>
                <a:cubicBezTo>
                  <a:pt x="20524" y="105133"/>
                  <a:pt x="14014" y="118358"/>
                  <a:pt x="14014" y="133131"/>
                </a:cubicBezTo>
                <a:cubicBezTo>
                  <a:pt x="14014" y="137014"/>
                  <a:pt x="10890" y="140138"/>
                  <a:pt x="7007" y="140138"/>
                </a:cubicBezTo>
                <a:cubicBezTo>
                  <a:pt x="3124" y="140138"/>
                  <a:pt x="0" y="137014"/>
                  <a:pt x="0" y="133131"/>
                </a:cubicBezTo>
                <a:cubicBezTo>
                  <a:pt x="0" y="111264"/>
                  <a:pt x="11153" y="91995"/>
                  <a:pt x="28057" y="80667"/>
                </a:cubicBezTo>
                <a:cubicBezTo>
                  <a:pt x="38363" y="73777"/>
                  <a:pt x="50654" y="70069"/>
                  <a:pt x="63062" y="70069"/>
                </a:cubicBezTo>
                <a:lnTo>
                  <a:pt x="86418" y="70069"/>
                </a:lnTo>
                <a:cubicBezTo>
                  <a:pt x="90301" y="70069"/>
                  <a:pt x="93425" y="66945"/>
                  <a:pt x="93425" y="63062"/>
                </a:cubicBezTo>
                <a:cubicBezTo>
                  <a:pt x="93425" y="59179"/>
                  <a:pt x="90301" y="56055"/>
                  <a:pt x="86418" y="56055"/>
                </a:cubicBezTo>
                <a:lnTo>
                  <a:pt x="63062" y="56055"/>
                </a:lnTo>
                <a:cubicBezTo>
                  <a:pt x="51471" y="56055"/>
                  <a:pt x="40494" y="58624"/>
                  <a:pt x="30655" y="63208"/>
                </a:cubicBezTo>
                <a:cubicBezTo>
                  <a:pt x="37458" y="42771"/>
                  <a:pt x="56697" y="28028"/>
                  <a:pt x="79411" y="28028"/>
                </a:cubicBezTo>
                <a:cubicBezTo>
                  <a:pt x="98797" y="28028"/>
                  <a:pt x="113220" y="21575"/>
                  <a:pt x="122825" y="15182"/>
                </a:cubicBezTo>
                <a:cubicBezTo>
                  <a:pt x="128431" y="11445"/>
                  <a:pt x="133189" y="6978"/>
                  <a:pt x="137627" y="19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6363" y="5512092"/>
            <a:ext cx="1597572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Decay Mechanics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0552" y="5941848"/>
            <a:ext cx="5269186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a topic is not revised, its leaf </a:t>
            </a:r>
            <a:r>
              <a:rPr lang="en-US" sz="1177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turns brown and eventually falls</a:t>
            </a:r>
            <a:r>
              <a:rPr lang="en-US" sz="11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visually signaling memory decay. Powered by spaced repetition algorithms to optimize review timing.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4897" y="373701"/>
            <a:ext cx="5568147" cy="3755697"/>
          </a:xfrm>
          <a:custGeom>
            <a:avLst/>
            <a:gdLst/>
            <a:ahLst/>
            <a:cxnLst/>
            <a:rect l="l" t="t" r="r" b="b"/>
            <a:pathLst>
              <a:path w="5568147" h="3755697">
                <a:moveTo>
                  <a:pt x="149477" y="0"/>
                </a:moveTo>
                <a:lnTo>
                  <a:pt x="5418670" y="0"/>
                </a:lnTo>
                <a:cubicBezTo>
                  <a:pt x="5501224" y="0"/>
                  <a:pt x="5568147" y="66923"/>
                  <a:pt x="5568147" y="149477"/>
                </a:cubicBezTo>
                <a:lnTo>
                  <a:pt x="5568147" y="3606220"/>
                </a:lnTo>
                <a:cubicBezTo>
                  <a:pt x="5568147" y="3688774"/>
                  <a:pt x="5501224" y="3755697"/>
                  <a:pt x="5418670" y="3755697"/>
                </a:cubicBezTo>
                <a:lnTo>
                  <a:pt x="149477" y="3755697"/>
                </a:lnTo>
                <a:cubicBezTo>
                  <a:pt x="66923" y="3755697"/>
                  <a:pt x="0" y="3688774"/>
                  <a:pt x="0" y="3606220"/>
                </a:cubicBezTo>
                <a:lnTo>
                  <a:pt x="0" y="149477"/>
                </a:lnTo>
                <a:cubicBezTo>
                  <a:pt x="0" y="66978"/>
                  <a:pt x="66978" y="0"/>
                  <a:pt x="149477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1" name="Text 19"/>
          <p:cNvSpPr/>
          <p:nvPr/>
        </p:nvSpPr>
        <p:spPr>
          <a:xfrm>
            <a:off x="6413062" y="597922"/>
            <a:ext cx="5231816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Tree Mechanics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38686" y="1317297"/>
            <a:ext cx="784772" cy="896883"/>
          </a:xfrm>
          <a:custGeom>
            <a:avLst/>
            <a:gdLst/>
            <a:ahLst/>
            <a:cxnLst/>
            <a:rect l="l" t="t" r="r" b="b"/>
            <a:pathLst>
              <a:path w="784772" h="896883">
                <a:moveTo>
                  <a:pt x="392386" y="-56055"/>
                </a:moveTo>
                <a:cubicBezTo>
                  <a:pt x="404648" y="-56055"/>
                  <a:pt x="416385" y="-50625"/>
                  <a:pt x="424443" y="-41166"/>
                </a:cubicBezTo>
                <a:lnTo>
                  <a:pt x="662677" y="239110"/>
                </a:lnTo>
                <a:cubicBezTo>
                  <a:pt x="673363" y="251548"/>
                  <a:pt x="675640" y="269065"/>
                  <a:pt x="668808" y="283954"/>
                </a:cubicBezTo>
                <a:cubicBezTo>
                  <a:pt x="661977" y="298844"/>
                  <a:pt x="647087" y="308303"/>
                  <a:pt x="630621" y="308303"/>
                </a:cubicBezTo>
                <a:lnTo>
                  <a:pt x="587003" y="308303"/>
                </a:lnTo>
                <a:lnTo>
                  <a:pt x="718732" y="463331"/>
                </a:lnTo>
                <a:cubicBezTo>
                  <a:pt x="729418" y="475768"/>
                  <a:pt x="731695" y="493286"/>
                  <a:pt x="724863" y="508175"/>
                </a:cubicBezTo>
                <a:cubicBezTo>
                  <a:pt x="718032" y="523065"/>
                  <a:pt x="703142" y="532524"/>
                  <a:pt x="686676" y="532524"/>
                </a:cubicBezTo>
                <a:lnTo>
                  <a:pt x="619234" y="532524"/>
                </a:lnTo>
                <a:lnTo>
                  <a:pt x="774788" y="715579"/>
                </a:lnTo>
                <a:cubicBezTo>
                  <a:pt x="785473" y="728017"/>
                  <a:pt x="787750" y="745534"/>
                  <a:pt x="780919" y="760423"/>
                </a:cubicBezTo>
                <a:cubicBezTo>
                  <a:pt x="774087" y="775313"/>
                  <a:pt x="759197" y="784772"/>
                  <a:pt x="742731" y="784772"/>
                </a:cubicBezTo>
                <a:lnTo>
                  <a:pt x="448441" y="784772"/>
                </a:lnTo>
                <a:lnTo>
                  <a:pt x="448441" y="896883"/>
                </a:lnTo>
                <a:cubicBezTo>
                  <a:pt x="448441" y="927888"/>
                  <a:pt x="423392" y="952938"/>
                  <a:pt x="392386" y="952938"/>
                </a:cubicBezTo>
                <a:cubicBezTo>
                  <a:pt x="361381" y="952938"/>
                  <a:pt x="336331" y="927888"/>
                  <a:pt x="336331" y="896883"/>
                </a:cubicBezTo>
                <a:lnTo>
                  <a:pt x="336331" y="784772"/>
                </a:lnTo>
                <a:lnTo>
                  <a:pt x="42041" y="784772"/>
                </a:lnTo>
                <a:cubicBezTo>
                  <a:pt x="25575" y="784772"/>
                  <a:pt x="10686" y="775313"/>
                  <a:pt x="3854" y="760423"/>
                </a:cubicBezTo>
                <a:cubicBezTo>
                  <a:pt x="-2978" y="745534"/>
                  <a:pt x="-701" y="728017"/>
                  <a:pt x="9985" y="715579"/>
                </a:cubicBezTo>
                <a:lnTo>
                  <a:pt x="165538" y="532524"/>
                </a:lnTo>
                <a:lnTo>
                  <a:pt x="98097" y="532524"/>
                </a:lnTo>
                <a:cubicBezTo>
                  <a:pt x="81630" y="532524"/>
                  <a:pt x="66741" y="523065"/>
                  <a:pt x="59909" y="508175"/>
                </a:cubicBezTo>
                <a:cubicBezTo>
                  <a:pt x="53077" y="493286"/>
                  <a:pt x="55354" y="475768"/>
                  <a:pt x="66040" y="463331"/>
                </a:cubicBezTo>
                <a:lnTo>
                  <a:pt x="197770" y="308303"/>
                </a:lnTo>
                <a:lnTo>
                  <a:pt x="154152" y="308303"/>
                </a:lnTo>
                <a:cubicBezTo>
                  <a:pt x="137686" y="308303"/>
                  <a:pt x="122796" y="298844"/>
                  <a:pt x="115964" y="283954"/>
                </a:cubicBezTo>
                <a:cubicBezTo>
                  <a:pt x="109132" y="269065"/>
                  <a:pt x="111410" y="251548"/>
                  <a:pt x="122095" y="239110"/>
                </a:cubicBezTo>
                <a:lnTo>
                  <a:pt x="360330" y="-41166"/>
                </a:lnTo>
                <a:cubicBezTo>
                  <a:pt x="368388" y="-50625"/>
                  <a:pt x="380124" y="-56055"/>
                  <a:pt x="392386" y="-56055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3" name="Text 21"/>
          <p:cNvSpPr/>
          <p:nvPr/>
        </p:nvSpPr>
        <p:spPr>
          <a:xfrm>
            <a:off x="7982257" y="2363660"/>
            <a:ext cx="210206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Living Knowledge Graph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91599" y="2625251"/>
            <a:ext cx="2083384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Scales dynamically with curriculum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69117" y="3232748"/>
            <a:ext cx="1634943" cy="672662"/>
          </a:xfrm>
          <a:custGeom>
            <a:avLst/>
            <a:gdLst/>
            <a:ahLst/>
            <a:cxnLst/>
            <a:rect l="l" t="t" r="r" b="b"/>
            <a:pathLst>
              <a:path w="1634943" h="672662">
                <a:moveTo>
                  <a:pt x="74739" y="0"/>
                </a:moveTo>
                <a:lnTo>
                  <a:pt x="1560203" y="0"/>
                </a:lnTo>
                <a:cubicBezTo>
                  <a:pt x="1601481" y="0"/>
                  <a:pt x="1634943" y="33462"/>
                  <a:pt x="1634943" y="74739"/>
                </a:cubicBezTo>
                <a:lnTo>
                  <a:pt x="1634943" y="597923"/>
                </a:lnTo>
                <a:cubicBezTo>
                  <a:pt x="1634943" y="639200"/>
                  <a:pt x="1601481" y="672662"/>
                  <a:pt x="1560203" y="672662"/>
                </a:cubicBezTo>
                <a:lnTo>
                  <a:pt x="74739" y="672662"/>
                </a:lnTo>
                <a:cubicBezTo>
                  <a:pt x="33462" y="672662"/>
                  <a:pt x="0" y="639200"/>
                  <a:pt x="0" y="597923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25172" y="3344858"/>
            <a:ext cx="1522832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6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53200" y="3643705"/>
            <a:ext cx="1466777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Scale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14418" y="3232748"/>
            <a:ext cx="1634943" cy="672662"/>
          </a:xfrm>
          <a:custGeom>
            <a:avLst/>
            <a:gdLst/>
            <a:ahLst/>
            <a:cxnLst/>
            <a:rect l="l" t="t" r="r" b="b"/>
            <a:pathLst>
              <a:path w="1634943" h="672662">
                <a:moveTo>
                  <a:pt x="74739" y="0"/>
                </a:moveTo>
                <a:lnTo>
                  <a:pt x="1560203" y="0"/>
                </a:lnTo>
                <a:cubicBezTo>
                  <a:pt x="1601481" y="0"/>
                  <a:pt x="1634943" y="33462"/>
                  <a:pt x="1634943" y="74739"/>
                </a:cubicBezTo>
                <a:lnTo>
                  <a:pt x="1634943" y="597923"/>
                </a:lnTo>
                <a:cubicBezTo>
                  <a:pt x="1634943" y="639200"/>
                  <a:pt x="1601481" y="672662"/>
                  <a:pt x="1560203" y="672662"/>
                </a:cubicBezTo>
                <a:lnTo>
                  <a:pt x="74739" y="672662"/>
                </a:lnTo>
                <a:cubicBezTo>
                  <a:pt x="33462" y="672662"/>
                  <a:pt x="0" y="639200"/>
                  <a:pt x="0" y="597923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70474" y="3344858"/>
            <a:ext cx="1522832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6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98501" y="3643705"/>
            <a:ext cx="1466777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Spaced Repetition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59720" y="3232748"/>
            <a:ext cx="1634943" cy="672662"/>
          </a:xfrm>
          <a:custGeom>
            <a:avLst/>
            <a:gdLst/>
            <a:ahLst/>
            <a:cxnLst/>
            <a:rect l="l" t="t" r="r" b="b"/>
            <a:pathLst>
              <a:path w="1634943" h="672662">
                <a:moveTo>
                  <a:pt x="74739" y="0"/>
                </a:moveTo>
                <a:lnTo>
                  <a:pt x="1560203" y="0"/>
                </a:lnTo>
                <a:cubicBezTo>
                  <a:pt x="1601481" y="0"/>
                  <a:pt x="1634943" y="33462"/>
                  <a:pt x="1634943" y="74739"/>
                </a:cubicBezTo>
                <a:lnTo>
                  <a:pt x="1634943" y="597923"/>
                </a:lnTo>
                <a:cubicBezTo>
                  <a:pt x="1634943" y="639200"/>
                  <a:pt x="1601481" y="672662"/>
                  <a:pt x="1560203" y="672662"/>
                </a:cubicBezTo>
                <a:lnTo>
                  <a:pt x="74739" y="672662"/>
                </a:lnTo>
                <a:cubicBezTo>
                  <a:pt x="33462" y="672662"/>
                  <a:pt x="0" y="639200"/>
                  <a:pt x="0" y="597923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015775" y="3344858"/>
            <a:ext cx="1522832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6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43802" y="3643705"/>
            <a:ext cx="1466777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View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44897" y="4278878"/>
            <a:ext cx="5568147" cy="2204837"/>
          </a:xfrm>
          <a:custGeom>
            <a:avLst/>
            <a:gdLst/>
            <a:ahLst/>
            <a:cxnLst/>
            <a:rect l="l" t="t" r="r" b="b"/>
            <a:pathLst>
              <a:path w="5568147" h="2204837">
                <a:moveTo>
                  <a:pt x="149488" y="0"/>
                </a:moveTo>
                <a:lnTo>
                  <a:pt x="5418659" y="0"/>
                </a:lnTo>
                <a:cubicBezTo>
                  <a:pt x="5501219" y="0"/>
                  <a:pt x="5568147" y="66928"/>
                  <a:pt x="5568147" y="149488"/>
                </a:cubicBezTo>
                <a:lnTo>
                  <a:pt x="5568147" y="2055349"/>
                </a:lnTo>
                <a:cubicBezTo>
                  <a:pt x="5568147" y="2137909"/>
                  <a:pt x="5501219" y="2204837"/>
                  <a:pt x="5418659" y="2204837"/>
                </a:cubicBezTo>
                <a:lnTo>
                  <a:pt x="149488" y="2204837"/>
                </a:lnTo>
                <a:cubicBezTo>
                  <a:pt x="66928" y="2204837"/>
                  <a:pt x="0" y="2137909"/>
                  <a:pt x="0" y="2055349"/>
                </a:cubicBezTo>
                <a:lnTo>
                  <a:pt x="0" y="149488"/>
                </a:lnTo>
                <a:cubicBezTo>
                  <a:pt x="0" y="66983"/>
                  <a:pt x="66983" y="0"/>
                  <a:pt x="1494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31747" y="4465729"/>
            <a:ext cx="527852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Review Radar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31747" y="4839430"/>
            <a:ext cx="5259844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Identifies </a:t>
            </a:r>
            <a:r>
              <a:rPr lang="en-US" sz="103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"At-Risk"</a:t>
            </a:r>
            <a:r>
              <a:rPr lang="en-US" sz="103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topics that require immediate review based on forgetting curves.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1747" y="5138391"/>
            <a:ext cx="5194446" cy="336331"/>
          </a:xfrm>
          <a:custGeom>
            <a:avLst/>
            <a:gdLst/>
            <a:ahLst/>
            <a:cxnLst/>
            <a:rect l="l" t="t" r="r" b="b"/>
            <a:pathLst>
              <a:path w="5194446" h="336331">
                <a:moveTo>
                  <a:pt x="74739" y="0"/>
                </a:moveTo>
                <a:lnTo>
                  <a:pt x="5119706" y="0"/>
                </a:lnTo>
                <a:cubicBezTo>
                  <a:pt x="5160984" y="0"/>
                  <a:pt x="5194446" y="33462"/>
                  <a:pt x="5194446" y="74739"/>
                </a:cubicBezTo>
                <a:lnTo>
                  <a:pt x="5194446" y="261592"/>
                </a:lnTo>
                <a:cubicBezTo>
                  <a:pt x="5194446" y="302841"/>
                  <a:pt x="5160956" y="336331"/>
                  <a:pt x="5119706" y="336331"/>
                </a:cubicBezTo>
                <a:lnTo>
                  <a:pt x="74739" y="336331"/>
                </a:lnTo>
                <a:cubicBezTo>
                  <a:pt x="33490" y="336331"/>
                  <a:pt x="0" y="302841"/>
                  <a:pt x="0" y="261592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8" name="Text 36"/>
          <p:cNvSpPr/>
          <p:nvPr/>
        </p:nvSpPr>
        <p:spPr>
          <a:xfrm>
            <a:off x="6506487" y="5213131"/>
            <a:ext cx="47646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45590" y="5231816"/>
            <a:ext cx="66332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Now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1747" y="5549462"/>
            <a:ext cx="5194446" cy="336331"/>
          </a:xfrm>
          <a:custGeom>
            <a:avLst/>
            <a:gdLst/>
            <a:ahLst/>
            <a:cxnLst/>
            <a:rect l="l" t="t" r="r" b="b"/>
            <a:pathLst>
              <a:path w="5194446" h="336331">
                <a:moveTo>
                  <a:pt x="74739" y="0"/>
                </a:moveTo>
                <a:lnTo>
                  <a:pt x="5119706" y="0"/>
                </a:lnTo>
                <a:cubicBezTo>
                  <a:pt x="5160984" y="0"/>
                  <a:pt x="5194446" y="33462"/>
                  <a:pt x="5194446" y="74739"/>
                </a:cubicBezTo>
                <a:lnTo>
                  <a:pt x="5194446" y="261592"/>
                </a:lnTo>
                <a:cubicBezTo>
                  <a:pt x="5194446" y="302841"/>
                  <a:pt x="5160956" y="336331"/>
                  <a:pt x="5119706" y="336331"/>
                </a:cubicBezTo>
                <a:lnTo>
                  <a:pt x="74739" y="336331"/>
                </a:lnTo>
                <a:cubicBezTo>
                  <a:pt x="33490" y="336331"/>
                  <a:pt x="0" y="302841"/>
                  <a:pt x="0" y="261592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41" name="Text 39"/>
          <p:cNvSpPr/>
          <p:nvPr/>
        </p:nvSpPr>
        <p:spPr>
          <a:xfrm>
            <a:off x="6506487" y="5624202"/>
            <a:ext cx="560552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54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20366" y="5642887"/>
            <a:ext cx="691347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F6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Soon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31747" y="5960533"/>
            <a:ext cx="5194446" cy="336331"/>
          </a:xfrm>
          <a:custGeom>
            <a:avLst/>
            <a:gdLst/>
            <a:ahLst/>
            <a:cxnLst/>
            <a:rect l="l" t="t" r="r" b="b"/>
            <a:pathLst>
              <a:path w="5194446" h="336331">
                <a:moveTo>
                  <a:pt x="74739" y="0"/>
                </a:moveTo>
                <a:lnTo>
                  <a:pt x="5119706" y="0"/>
                </a:lnTo>
                <a:cubicBezTo>
                  <a:pt x="5160984" y="0"/>
                  <a:pt x="5194446" y="33462"/>
                  <a:pt x="5194446" y="74739"/>
                </a:cubicBezTo>
                <a:lnTo>
                  <a:pt x="5194446" y="261592"/>
                </a:lnTo>
                <a:cubicBezTo>
                  <a:pt x="5194446" y="302841"/>
                  <a:pt x="5160956" y="336331"/>
                  <a:pt x="5119706" y="336331"/>
                </a:cubicBezTo>
                <a:lnTo>
                  <a:pt x="74739" y="336331"/>
                </a:lnTo>
                <a:cubicBezTo>
                  <a:pt x="33490" y="336331"/>
                  <a:pt x="0" y="302841"/>
                  <a:pt x="0" y="261592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506487" y="6035274"/>
            <a:ext cx="429756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10369" y="6053959"/>
            <a:ext cx="504497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Track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47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kern="0" spc="49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VERIFICATION LAYER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00765"/>
            <a:ext cx="11697252" cy="53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39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Assessment &amp; Tutor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1236870"/>
            <a:ext cx="11573565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Voice Viva Revolution: Replacing passive reading with active verification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696278"/>
            <a:ext cx="5654261" cy="2226365"/>
          </a:xfrm>
          <a:custGeom>
            <a:avLst/>
            <a:gdLst/>
            <a:ahLst/>
            <a:cxnLst/>
            <a:rect l="l" t="t" r="r" b="b"/>
            <a:pathLst>
              <a:path w="5654261" h="2226365">
                <a:moveTo>
                  <a:pt x="141352" y="0"/>
                </a:moveTo>
                <a:lnTo>
                  <a:pt x="5512909" y="0"/>
                </a:lnTo>
                <a:cubicBezTo>
                  <a:pt x="5590975" y="0"/>
                  <a:pt x="5654261" y="63285"/>
                  <a:pt x="5654261" y="141352"/>
                </a:cubicBezTo>
                <a:lnTo>
                  <a:pt x="5654261" y="2085013"/>
                </a:lnTo>
                <a:cubicBezTo>
                  <a:pt x="5654261" y="2163080"/>
                  <a:pt x="5590975" y="2226365"/>
                  <a:pt x="5512909" y="2226365"/>
                </a:cubicBezTo>
                <a:lnTo>
                  <a:pt x="141352" y="2226365"/>
                </a:lnTo>
                <a:cubicBezTo>
                  <a:pt x="63285" y="2226365"/>
                  <a:pt x="0" y="2163080"/>
                  <a:pt x="0" y="2085013"/>
                </a:cubicBezTo>
                <a:lnTo>
                  <a:pt x="0" y="141352"/>
                </a:lnTo>
                <a:cubicBezTo>
                  <a:pt x="0" y="63285"/>
                  <a:pt x="63285" y="0"/>
                  <a:pt x="1413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087" y="1872974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" name="Shape 5"/>
          <p:cNvSpPr/>
          <p:nvPr/>
        </p:nvSpPr>
        <p:spPr>
          <a:xfrm>
            <a:off x="697948" y="2014330"/>
            <a:ext cx="159026" cy="212035"/>
          </a:xfrm>
          <a:custGeom>
            <a:avLst/>
            <a:gdLst/>
            <a:ahLst/>
            <a:cxnLst/>
            <a:rect l="l" t="t" r="r" b="b"/>
            <a:pathLst>
              <a:path w="159026" h="212035">
                <a:moveTo>
                  <a:pt x="39757" y="39757"/>
                </a:moveTo>
                <a:cubicBezTo>
                  <a:pt x="39757" y="17808"/>
                  <a:pt x="57564" y="0"/>
                  <a:pt x="79513" y="0"/>
                </a:cubicBezTo>
                <a:cubicBezTo>
                  <a:pt x="100344" y="0"/>
                  <a:pt x="117447" y="16027"/>
                  <a:pt x="119145" y="36443"/>
                </a:cubicBezTo>
                <a:lnTo>
                  <a:pt x="96078" y="36443"/>
                </a:lnTo>
                <a:cubicBezTo>
                  <a:pt x="90570" y="36443"/>
                  <a:pt x="86139" y="40875"/>
                  <a:pt x="86139" y="46383"/>
                </a:cubicBezTo>
                <a:cubicBezTo>
                  <a:pt x="86139" y="51891"/>
                  <a:pt x="90570" y="56322"/>
                  <a:pt x="96078" y="56322"/>
                </a:cubicBezTo>
                <a:lnTo>
                  <a:pt x="119270" y="56322"/>
                </a:lnTo>
                <a:lnTo>
                  <a:pt x="119270" y="76200"/>
                </a:lnTo>
                <a:lnTo>
                  <a:pt x="96078" y="76200"/>
                </a:lnTo>
                <a:cubicBezTo>
                  <a:pt x="90570" y="76200"/>
                  <a:pt x="86139" y="80631"/>
                  <a:pt x="86139" y="86139"/>
                </a:cubicBezTo>
                <a:cubicBezTo>
                  <a:pt x="86139" y="91647"/>
                  <a:pt x="90570" y="96078"/>
                  <a:pt x="96078" y="96078"/>
                </a:cubicBezTo>
                <a:lnTo>
                  <a:pt x="119145" y="96078"/>
                </a:lnTo>
                <a:cubicBezTo>
                  <a:pt x="117447" y="116495"/>
                  <a:pt x="100385" y="132522"/>
                  <a:pt x="79513" y="132522"/>
                </a:cubicBezTo>
                <a:cubicBezTo>
                  <a:pt x="57564" y="132522"/>
                  <a:pt x="39757" y="114714"/>
                  <a:pt x="39757" y="92765"/>
                </a:cubicBezTo>
                <a:lnTo>
                  <a:pt x="39757" y="39757"/>
                </a:lnTo>
                <a:close/>
                <a:moveTo>
                  <a:pt x="9939" y="66261"/>
                </a:moveTo>
                <a:cubicBezTo>
                  <a:pt x="15447" y="66261"/>
                  <a:pt x="19878" y="70692"/>
                  <a:pt x="19878" y="76200"/>
                </a:cubicBezTo>
                <a:lnTo>
                  <a:pt x="19878" y="92765"/>
                </a:lnTo>
                <a:cubicBezTo>
                  <a:pt x="19878" y="125689"/>
                  <a:pt x="46590" y="152400"/>
                  <a:pt x="79513" y="152400"/>
                </a:cubicBezTo>
                <a:cubicBezTo>
                  <a:pt x="112436" y="152400"/>
                  <a:pt x="139148" y="125689"/>
                  <a:pt x="139148" y="92765"/>
                </a:cubicBezTo>
                <a:lnTo>
                  <a:pt x="139148" y="76200"/>
                </a:lnTo>
                <a:cubicBezTo>
                  <a:pt x="139148" y="70692"/>
                  <a:pt x="143579" y="66261"/>
                  <a:pt x="149087" y="66261"/>
                </a:cubicBezTo>
                <a:cubicBezTo>
                  <a:pt x="154595" y="66261"/>
                  <a:pt x="159026" y="70692"/>
                  <a:pt x="159026" y="76200"/>
                </a:cubicBezTo>
                <a:lnTo>
                  <a:pt x="159026" y="92765"/>
                </a:lnTo>
                <a:cubicBezTo>
                  <a:pt x="159026" y="133309"/>
                  <a:pt x="128670" y="166770"/>
                  <a:pt x="89452" y="171657"/>
                </a:cubicBezTo>
                <a:lnTo>
                  <a:pt x="89452" y="192157"/>
                </a:lnTo>
                <a:lnTo>
                  <a:pt x="109330" y="192157"/>
                </a:lnTo>
                <a:cubicBezTo>
                  <a:pt x="114838" y="192157"/>
                  <a:pt x="119270" y="196588"/>
                  <a:pt x="119270" y="202096"/>
                </a:cubicBezTo>
                <a:cubicBezTo>
                  <a:pt x="119270" y="207604"/>
                  <a:pt x="114838" y="212035"/>
                  <a:pt x="109330" y="212035"/>
                </a:cubicBezTo>
                <a:lnTo>
                  <a:pt x="49696" y="212035"/>
                </a:lnTo>
                <a:cubicBezTo>
                  <a:pt x="44188" y="212035"/>
                  <a:pt x="39757" y="207604"/>
                  <a:pt x="39757" y="202096"/>
                </a:cubicBezTo>
                <a:cubicBezTo>
                  <a:pt x="39757" y="196588"/>
                  <a:pt x="44188" y="192157"/>
                  <a:pt x="49696" y="192157"/>
                </a:cubicBezTo>
                <a:lnTo>
                  <a:pt x="69574" y="192157"/>
                </a:lnTo>
                <a:lnTo>
                  <a:pt x="69574" y="171657"/>
                </a:lnTo>
                <a:cubicBezTo>
                  <a:pt x="30356" y="166770"/>
                  <a:pt x="0" y="133309"/>
                  <a:pt x="0" y="92765"/>
                </a:cubicBezTo>
                <a:lnTo>
                  <a:pt x="0" y="76200"/>
                </a:lnTo>
                <a:cubicBezTo>
                  <a:pt x="0" y="70692"/>
                  <a:pt x="4431" y="66261"/>
                  <a:pt x="9939" y="6626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66191" y="1872974"/>
            <a:ext cx="2058504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Voice Viva Examiner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6191" y="2176782"/>
            <a:ext cx="165707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Oral Assessment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087" y="2509078"/>
            <a:ext cx="5371548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Conducts </a:t>
            </a:r>
            <a:r>
              <a:rPr lang="en-US" sz="1113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oral examinations</a:t>
            </a:r>
            <a:r>
              <a:rPr lang="en-US" sz="111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the schedule. The AI doesn't just check answer accuracy—it evaluates the depth of understanding through dynamic questioning.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757" y="3109843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461" y="3074504"/>
            <a:ext cx="35957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Analysis:</a:t>
            </a:r>
            <a:r>
              <a:rPr lang="en-US" sz="974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Evaluates clarity, confidence, and pronunciation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7757" y="3357217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461" y="3321878"/>
            <a:ext cx="313634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Conceptual Depth:</a:t>
            </a:r>
            <a:r>
              <a:rPr lang="en-US" sz="974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Probes beyond surface-level answers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7757" y="3604591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141357"/>
                </a:moveTo>
                <a:cubicBezTo>
                  <a:pt x="109687" y="141357"/>
                  <a:pt x="141357" y="109687"/>
                  <a:pt x="141357" y="70678"/>
                </a:cubicBezTo>
                <a:cubicBezTo>
                  <a:pt x="141357" y="31670"/>
                  <a:pt x="109687" y="0"/>
                  <a:pt x="70678" y="0"/>
                </a:cubicBezTo>
                <a:cubicBezTo>
                  <a:pt x="31670" y="0"/>
                  <a:pt x="0" y="31670"/>
                  <a:pt x="0" y="70678"/>
                </a:cubicBezTo>
                <a:cubicBezTo>
                  <a:pt x="0" y="109687"/>
                  <a:pt x="31670" y="141357"/>
                  <a:pt x="70678" y="141357"/>
                </a:cubicBezTo>
                <a:close/>
                <a:moveTo>
                  <a:pt x="93980" y="58724"/>
                </a:moveTo>
                <a:lnTo>
                  <a:pt x="71893" y="94063"/>
                </a:lnTo>
                <a:cubicBezTo>
                  <a:pt x="70733" y="95913"/>
                  <a:pt x="68746" y="97072"/>
                  <a:pt x="66565" y="97183"/>
                </a:cubicBezTo>
                <a:cubicBezTo>
                  <a:pt x="64383" y="97293"/>
                  <a:pt x="62285" y="96299"/>
                  <a:pt x="60988" y="94532"/>
                </a:cubicBezTo>
                <a:lnTo>
                  <a:pt x="47735" y="76863"/>
                </a:lnTo>
                <a:cubicBezTo>
                  <a:pt x="45527" y="73936"/>
                  <a:pt x="46134" y="69795"/>
                  <a:pt x="49061" y="67586"/>
                </a:cubicBezTo>
                <a:cubicBezTo>
                  <a:pt x="51987" y="65377"/>
                  <a:pt x="56128" y="65985"/>
                  <a:pt x="58337" y="68911"/>
                </a:cubicBezTo>
                <a:lnTo>
                  <a:pt x="65792" y="78850"/>
                </a:lnTo>
                <a:lnTo>
                  <a:pt x="82743" y="51711"/>
                </a:lnTo>
                <a:cubicBezTo>
                  <a:pt x="84676" y="48619"/>
                  <a:pt x="88762" y="47653"/>
                  <a:pt x="91882" y="49613"/>
                </a:cubicBezTo>
                <a:cubicBezTo>
                  <a:pt x="95002" y="51573"/>
                  <a:pt x="95940" y="55632"/>
                  <a:pt x="93980" y="58751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461" y="3569252"/>
            <a:ext cx="26769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Questions:</a:t>
            </a:r>
            <a:r>
              <a:rPr lang="en-US" sz="974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Adapts based on responses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3391" y="4064000"/>
            <a:ext cx="5654261" cy="2191026"/>
          </a:xfrm>
          <a:custGeom>
            <a:avLst/>
            <a:gdLst/>
            <a:ahLst/>
            <a:cxnLst/>
            <a:rect l="l" t="t" r="r" b="b"/>
            <a:pathLst>
              <a:path w="5654261" h="2191026">
                <a:moveTo>
                  <a:pt x="141365" y="0"/>
                </a:moveTo>
                <a:lnTo>
                  <a:pt x="5512896" y="0"/>
                </a:lnTo>
                <a:cubicBezTo>
                  <a:pt x="5590970" y="0"/>
                  <a:pt x="5654261" y="63291"/>
                  <a:pt x="5654261" y="141365"/>
                </a:cubicBezTo>
                <a:lnTo>
                  <a:pt x="5654261" y="2049661"/>
                </a:lnTo>
                <a:cubicBezTo>
                  <a:pt x="5654261" y="2127735"/>
                  <a:pt x="5590970" y="2191026"/>
                  <a:pt x="5512896" y="2191026"/>
                </a:cubicBezTo>
                <a:lnTo>
                  <a:pt x="141365" y="2191026"/>
                </a:lnTo>
                <a:cubicBezTo>
                  <a:pt x="63291" y="2191026"/>
                  <a:pt x="0" y="2127735"/>
                  <a:pt x="0" y="2049661"/>
                </a:cubicBezTo>
                <a:lnTo>
                  <a:pt x="0" y="141365"/>
                </a:lnTo>
                <a:cubicBezTo>
                  <a:pt x="0" y="63291"/>
                  <a:pt x="63291" y="0"/>
                  <a:pt x="14136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087" y="4240696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939" y="4382052"/>
            <a:ext cx="265043" cy="212035"/>
          </a:xfrm>
          <a:custGeom>
            <a:avLst/>
            <a:gdLst/>
            <a:ahLst/>
            <a:cxnLst/>
            <a:rect l="l" t="t" r="r" b="b"/>
            <a:pathLst>
              <a:path w="265043" h="212035">
                <a:moveTo>
                  <a:pt x="145774" y="0"/>
                </a:moveTo>
                <a:cubicBezTo>
                  <a:pt x="145774" y="-7330"/>
                  <a:pt x="139852" y="-13252"/>
                  <a:pt x="132522" y="-13252"/>
                </a:cubicBezTo>
                <a:cubicBezTo>
                  <a:pt x="125192" y="-13252"/>
                  <a:pt x="119270" y="-7330"/>
                  <a:pt x="119270" y="0"/>
                </a:cubicBezTo>
                <a:lnTo>
                  <a:pt x="119270" y="26504"/>
                </a:lnTo>
                <a:lnTo>
                  <a:pt x="79513" y="26504"/>
                </a:lnTo>
                <a:cubicBezTo>
                  <a:pt x="57564" y="26504"/>
                  <a:pt x="39757" y="44312"/>
                  <a:pt x="39757" y="66261"/>
                </a:cubicBezTo>
                <a:lnTo>
                  <a:pt x="39757" y="159026"/>
                </a:lnTo>
                <a:cubicBezTo>
                  <a:pt x="39757" y="180975"/>
                  <a:pt x="57564" y="198783"/>
                  <a:pt x="79513" y="198783"/>
                </a:cubicBezTo>
                <a:lnTo>
                  <a:pt x="185530" y="198783"/>
                </a:lnTo>
                <a:cubicBezTo>
                  <a:pt x="207479" y="198783"/>
                  <a:pt x="225287" y="180975"/>
                  <a:pt x="225287" y="159026"/>
                </a:cubicBezTo>
                <a:lnTo>
                  <a:pt x="225287" y="66261"/>
                </a:lnTo>
                <a:cubicBezTo>
                  <a:pt x="225287" y="44312"/>
                  <a:pt x="207479" y="26504"/>
                  <a:pt x="185530" y="26504"/>
                </a:cubicBezTo>
                <a:lnTo>
                  <a:pt x="145774" y="26504"/>
                </a:lnTo>
                <a:lnTo>
                  <a:pt x="145774" y="0"/>
                </a:lnTo>
                <a:close/>
                <a:moveTo>
                  <a:pt x="66261" y="152400"/>
                </a:moveTo>
                <a:cubicBezTo>
                  <a:pt x="66261" y="146892"/>
                  <a:pt x="70692" y="142461"/>
                  <a:pt x="76200" y="142461"/>
                </a:cubicBezTo>
                <a:lnTo>
                  <a:pt x="89452" y="142461"/>
                </a:lnTo>
                <a:cubicBezTo>
                  <a:pt x="94960" y="142461"/>
                  <a:pt x="99391" y="146892"/>
                  <a:pt x="99391" y="152400"/>
                </a:cubicBezTo>
                <a:cubicBezTo>
                  <a:pt x="99391" y="157908"/>
                  <a:pt x="94960" y="162339"/>
                  <a:pt x="89452" y="162339"/>
                </a:cubicBezTo>
                <a:lnTo>
                  <a:pt x="76200" y="162339"/>
                </a:lnTo>
                <a:cubicBezTo>
                  <a:pt x="70692" y="162339"/>
                  <a:pt x="66261" y="157908"/>
                  <a:pt x="66261" y="152400"/>
                </a:cubicBezTo>
                <a:close/>
                <a:moveTo>
                  <a:pt x="115957" y="152400"/>
                </a:moveTo>
                <a:cubicBezTo>
                  <a:pt x="115957" y="146892"/>
                  <a:pt x="120388" y="142461"/>
                  <a:pt x="125896" y="142461"/>
                </a:cubicBezTo>
                <a:lnTo>
                  <a:pt x="139148" y="142461"/>
                </a:lnTo>
                <a:cubicBezTo>
                  <a:pt x="144656" y="142461"/>
                  <a:pt x="149087" y="146892"/>
                  <a:pt x="149087" y="152400"/>
                </a:cubicBezTo>
                <a:cubicBezTo>
                  <a:pt x="149087" y="157908"/>
                  <a:pt x="144656" y="162339"/>
                  <a:pt x="139148" y="162339"/>
                </a:cubicBezTo>
                <a:lnTo>
                  <a:pt x="125896" y="162339"/>
                </a:lnTo>
                <a:cubicBezTo>
                  <a:pt x="120388" y="162339"/>
                  <a:pt x="115957" y="157908"/>
                  <a:pt x="115957" y="152400"/>
                </a:cubicBezTo>
                <a:close/>
                <a:moveTo>
                  <a:pt x="165652" y="152400"/>
                </a:moveTo>
                <a:cubicBezTo>
                  <a:pt x="165652" y="146892"/>
                  <a:pt x="170083" y="142461"/>
                  <a:pt x="175591" y="142461"/>
                </a:cubicBezTo>
                <a:lnTo>
                  <a:pt x="188843" y="142461"/>
                </a:lnTo>
                <a:cubicBezTo>
                  <a:pt x="194351" y="142461"/>
                  <a:pt x="198783" y="146892"/>
                  <a:pt x="198783" y="152400"/>
                </a:cubicBezTo>
                <a:cubicBezTo>
                  <a:pt x="198783" y="157908"/>
                  <a:pt x="194351" y="162339"/>
                  <a:pt x="188843" y="162339"/>
                </a:cubicBezTo>
                <a:lnTo>
                  <a:pt x="175591" y="162339"/>
                </a:lnTo>
                <a:cubicBezTo>
                  <a:pt x="170083" y="162339"/>
                  <a:pt x="165652" y="157908"/>
                  <a:pt x="165652" y="152400"/>
                </a:cubicBezTo>
                <a:close/>
                <a:moveTo>
                  <a:pt x="92765" y="72887"/>
                </a:moveTo>
                <a:cubicBezTo>
                  <a:pt x="103736" y="72887"/>
                  <a:pt x="112643" y="81794"/>
                  <a:pt x="112643" y="92765"/>
                </a:cubicBezTo>
                <a:cubicBezTo>
                  <a:pt x="112643" y="103736"/>
                  <a:pt x="103736" y="112643"/>
                  <a:pt x="92765" y="112643"/>
                </a:cubicBezTo>
                <a:cubicBezTo>
                  <a:pt x="81794" y="112643"/>
                  <a:pt x="72887" y="103736"/>
                  <a:pt x="72887" y="92765"/>
                </a:cubicBezTo>
                <a:cubicBezTo>
                  <a:pt x="72887" y="81794"/>
                  <a:pt x="81794" y="72887"/>
                  <a:pt x="92765" y="72887"/>
                </a:cubicBezTo>
                <a:close/>
                <a:moveTo>
                  <a:pt x="152400" y="92765"/>
                </a:moveTo>
                <a:cubicBezTo>
                  <a:pt x="152400" y="81794"/>
                  <a:pt x="161307" y="72887"/>
                  <a:pt x="172278" y="72887"/>
                </a:cubicBezTo>
                <a:cubicBezTo>
                  <a:pt x="183249" y="72887"/>
                  <a:pt x="192157" y="81794"/>
                  <a:pt x="192157" y="92765"/>
                </a:cubicBezTo>
                <a:cubicBezTo>
                  <a:pt x="192157" y="103736"/>
                  <a:pt x="183249" y="112643"/>
                  <a:pt x="172278" y="112643"/>
                </a:cubicBezTo>
                <a:cubicBezTo>
                  <a:pt x="161307" y="112643"/>
                  <a:pt x="152400" y="103736"/>
                  <a:pt x="152400" y="92765"/>
                </a:cubicBezTo>
                <a:close/>
                <a:moveTo>
                  <a:pt x="26504" y="92765"/>
                </a:moveTo>
                <a:cubicBezTo>
                  <a:pt x="26504" y="85435"/>
                  <a:pt x="20582" y="79513"/>
                  <a:pt x="13252" y="79513"/>
                </a:cubicBezTo>
                <a:cubicBezTo>
                  <a:pt x="5922" y="79513"/>
                  <a:pt x="0" y="85435"/>
                  <a:pt x="0" y="92765"/>
                </a:cubicBezTo>
                <a:lnTo>
                  <a:pt x="0" y="132522"/>
                </a:lnTo>
                <a:cubicBezTo>
                  <a:pt x="0" y="139852"/>
                  <a:pt x="5922" y="145774"/>
                  <a:pt x="13252" y="145774"/>
                </a:cubicBezTo>
                <a:cubicBezTo>
                  <a:pt x="20582" y="145774"/>
                  <a:pt x="26504" y="139852"/>
                  <a:pt x="26504" y="132522"/>
                </a:cubicBezTo>
                <a:lnTo>
                  <a:pt x="26504" y="92765"/>
                </a:lnTo>
                <a:close/>
                <a:moveTo>
                  <a:pt x="251791" y="79513"/>
                </a:moveTo>
                <a:cubicBezTo>
                  <a:pt x="244461" y="79513"/>
                  <a:pt x="238539" y="85435"/>
                  <a:pt x="238539" y="92765"/>
                </a:cubicBezTo>
                <a:lnTo>
                  <a:pt x="238539" y="132522"/>
                </a:lnTo>
                <a:cubicBezTo>
                  <a:pt x="238539" y="139852"/>
                  <a:pt x="244461" y="145774"/>
                  <a:pt x="251791" y="145774"/>
                </a:cubicBezTo>
                <a:cubicBezTo>
                  <a:pt x="259121" y="145774"/>
                  <a:pt x="265043" y="139852"/>
                  <a:pt x="265043" y="132522"/>
                </a:cubicBezTo>
                <a:lnTo>
                  <a:pt x="265043" y="92765"/>
                </a:lnTo>
                <a:cubicBezTo>
                  <a:pt x="265043" y="85435"/>
                  <a:pt x="259121" y="79513"/>
                  <a:pt x="251791" y="795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66191" y="4240696"/>
            <a:ext cx="298615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Interactive Learning Assistant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6191" y="4544503"/>
            <a:ext cx="77403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AI Tutor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087" y="4876800"/>
            <a:ext cx="5300870" cy="565426"/>
          </a:xfrm>
          <a:custGeom>
            <a:avLst/>
            <a:gdLst/>
            <a:ahLst/>
            <a:cxnLst/>
            <a:rect l="l" t="t" r="r" b="b"/>
            <a:pathLst>
              <a:path w="5300870" h="565426">
                <a:moveTo>
                  <a:pt x="70678" y="0"/>
                </a:moveTo>
                <a:lnTo>
                  <a:pt x="5230191" y="0"/>
                </a:lnTo>
                <a:cubicBezTo>
                  <a:pt x="5269226" y="0"/>
                  <a:pt x="5300870" y="31644"/>
                  <a:pt x="5300870" y="70678"/>
                </a:cubicBezTo>
                <a:lnTo>
                  <a:pt x="5300870" y="494748"/>
                </a:lnTo>
                <a:cubicBezTo>
                  <a:pt x="5300870" y="533782"/>
                  <a:pt x="5269226" y="565426"/>
                  <a:pt x="5230191" y="565426"/>
                </a:cubicBezTo>
                <a:lnTo>
                  <a:pt x="70678" y="565426"/>
                </a:lnTo>
                <a:cubicBezTo>
                  <a:pt x="31644" y="565426"/>
                  <a:pt x="0" y="533782"/>
                  <a:pt x="0" y="494748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774" y="5011090"/>
            <a:ext cx="123687" cy="123687"/>
          </a:xfrm>
          <a:custGeom>
            <a:avLst/>
            <a:gdLst/>
            <a:ahLst/>
            <a:cxnLst/>
            <a:rect l="l" t="t" r="r" b="b"/>
            <a:pathLst>
              <a:path w="123687" h="123687">
                <a:moveTo>
                  <a:pt x="61843" y="123687"/>
                </a:moveTo>
                <a:cubicBezTo>
                  <a:pt x="95976" y="123687"/>
                  <a:pt x="123687" y="95976"/>
                  <a:pt x="123687" y="61843"/>
                </a:cubicBezTo>
                <a:cubicBezTo>
                  <a:pt x="123687" y="27711"/>
                  <a:pt x="95976" y="0"/>
                  <a:pt x="61843" y="0"/>
                </a:cubicBezTo>
                <a:cubicBezTo>
                  <a:pt x="27711" y="0"/>
                  <a:pt x="0" y="27711"/>
                  <a:pt x="0" y="61843"/>
                </a:cubicBezTo>
                <a:cubicBezTo>
                  <a:pt x="0" y="95976"/>
                  <a:pt x="27711" y="123687"/>
                  <a:pt x="61843" y="123687"/>
                </a:cubicBezTo>
                <a:close/>
                <a:moveTo>
                  <a:pt x="61843" y="42517"/>
                </a:moveTo>
                <a:cubicBezTo>
                  <a:pt x="57568" y="42517"/>
                  <a:pt x="54113" y="45972"/>
                  <a:pt x="54113" y="50248"/>
                </a:cubicBezTo>
                <a:cubicBezTo>
                  <a:pt x="54113" y="53461"/>
                  <a:pt x="51528" y="56046"/>
                  <a:pt x="48315" y="56046"/>
                </a:cubicBezTo>
                <a:cubicBezTo>
                  <a:pt x="45102" y="56046"/>
                  <a:pt x="42517" y="53461"/>
                  <a:pt x="42517" y="50248"/>
                </a:cubicBezTo>
                <a:cubicBezTo>
                  <a:pt x="42517" y="39570"/>
                  <a:pt x="51166" y="30922"/>
                  <a:pt x="61843" y="30922"/>
                </a:cubicBezTo>
                <a:cubicBezTo>
                  <a:pt x="72521" y="30922"/>
                  <a:pt x="81170" y="39570"/>
                  <a:pt x="81170" y="50248"/>
                </a:cubicBezTo>
                <a:cubicBezTo>
                  <a:pt x="81170" y="61650"/>
                  <a:pt x="72473" y="66482"/>
                  <a:pt x="67641" y="68245"/>
                </a:cubicBezTo>
                <a:lnTo>
                  <a:pt x="67641" y="69163"/>
                </a:lnTo>
                <a:cubicBezTo>
                  <a:pt x="67641" y="72376"/>
                  <a:pt x="65056" y="74961"/>
                  <a:pt x="61843" y="74961"/>
                </a:cubicBezTo>
                <a:cubicBezTo>
                  <a:pt x="58631" y="74961"/>
                  <a:pt x="56046" y="72376"/>
                  <a:pt x="56046" y="69163"/>
                </a:cubicBezTo>
                <a:lnTo>
                  <a:pt x="56046" y="67206"/>
                </a:lnTo>
                <a:cubicBezTo>
                  <a:pt x="56046" y="62254"/>
                  <a:pt x="59621" y="58703"/>
                  <a:pt x="63317" y="57495"/>
                </a:cubicBezTo>
                <a:cubicBezTo>
                  <a:pt x="64863" y="56988"/>
                  <a:pt x="66506" y="56166"/>
                  <a:pt x="67714" y="55007"/>
                </a:cubicBezTo>
                <a:cubicBezTo>
                  <a:pt x="68753" y="53992"/>
                  <a:pt x="69574" y="52591"/>
                  <a:pt x="69574" y="50272"/>
                </a:cubicBezTo>
                <a:cubicBezTo>
                  <a:pt x="69574" y="45996"/>
                  <a:pt x="66119" y="42542"/>
                  <a:pt x="61843" y="42542"/>
                </a:cubicBezTo>
                <a:close/>
                <a:moveTo>
                  <a:pt x="54113" y="88900"/>
                </a:moveTo>
                <a:cubicBezTo>
                  <a:pt x="54113" y="84633"/>
                  <a:pt x="57577" y="81170"/>
                  <a:pt x="61843" y="81170"/>
                </a:cubicBezTo>
                <a:cubicBezTo>
                  <a:pt x="66110" y="81170"/>
                  <a:pt x="69574" y="84633"/>
                  <a:pt x="69574" y="88900"/>
                </a:cubicBezTo>
                <a:cubicBezTo>
                  <a:pt x="69574" y="93167"/>
                  <a:pt x="66110" y="96630"/>
                  <a:pt x="61843" y="96630"/>
                </a:cubicBezTo>
                <a:cubicBezTo>
                  <a:pt x="57577" y="96630"/>
                  <a:pt x="54113" y="93167"/>
                  <a:pt x="54113" y="8890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4" name="Text 22"/>
          <p:cNvSpPr/>
          <p:nvPr/>
        </p:nvSpPr>
        <p:spPr>
          <a:xfrm>
            <a:off x="844298" y="4982817"/>
            <a:ext cx="4942485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Doubt Resolution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6104" y="5194852"/>
            <a:ext cx="5141843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 clarification questions on specific topics before or after viva sessions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087" y="5512797"/>
            <a:ext cx="5300870" cy="565426"/>
          </a:xfrm>
          <a:custGeom>
            <a:avLst/>
            <a:gdLst/>
            <a:ahLst/>
            <a:cxnLst/>
            <a:rect l="l" t="t" r="r" b="b"/>
            <a:pathLst>
              <a:path w="5300870" h="565426">
                <a:moveTo>
                  <a:pt x="70678" y="0"/>
                </a:moveTo>
                <a:lnTo>
                  <a:pt x="5230191" y="0"/>
                </a:lnTo>
                <a:cubicBezTo>
                  <a:pt x="5269226" y="0"/>
                  <a:pt x="5300870" y="31644"/>
                  <a:pt x="5300870" y="70678"/>
                </a:cubicBezTo>
                <a:lnTo>
                  <a:pt x="5300870" y="494748"/>
                </a:lnTo>
                <a:cubicBezTo>
                  <a:pt x="5300870" y="533782"/>
                  <a:pt x="5269226" y="565426"/>
                  <a:pt x="5230191" y="565426"/>
                </a:cubicBezTo>
                <a:lnTo>
                  <a:pt x="70678" y="565426"/>
                </a:lnTo>
                <a:cubicBezTo>
                  <a:pt x="31644" y="565426"/>
                  <a:pt x="0" y="533782"/>
                  <a:pt x="0" y="494748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69235" y="5647083"/>
            <a:ext cx="92765" cy="123687"/>
          </a:xfrm>
          <a:custGeom>
            <a:avLst/>
            <a:gdLst/>
            <a:ahLst/>
            <a:cxnLst/>
            <a:rect l="l" t="t" r="r" b="b"/>
            <a:pathLst>
              <a:path w="92765" h="123687">
                <a:moveTo>
                  <a:pt x="0" y="15461"/>
                </a:moveTo>
                <a:cubicBezTo>
                  <a:pt x="0" y="6933"/>
                  <a:pt x="6933" y="0"/>
                  <a:pt x="15461" y="0"/>
                </a:cubicBezTo>
                <a:lnTo>
                  <a:pt x="51576" y="0"/>
                </a:lnTo>
                <a:cubicBezTo>
                  <a:pt x="55683" y="0"/>
                  <a:pt x="59621" y="1619"/>
                  <a:pt x="62520" y="4517"/>
                </a:cubicBezTo>
                <a:lnTo>
                  <a:pt x="88248" y="30269"/>
                </a:lnTo>
                <a:cubicBezTo>
                  <a:pt x="91147" y="33168"/>
                  <a:pt x="92765" y="37106"/>
                  <a:pt x="92765" y="41213"/>
                </a:cubicBezTo>
                <a:lnTo>
                  <a:pt x="92765" y="108226"/>
                </a:lnTo>
                <a:cubicBezTo>
                  <a:pt x="92765" y="116754"/>
                  <a:pt x="85832" y="123687"/>
                  <a:pt x="77304" y="123687"/>
                </a:cubicBezTo>
                <a:lnTo>
                  <a:pt x="15461" y="123687"/>
                </a:lnTo>
                <a:cubicBezTo>
                  <a:pt x="6933" y="123687"/>
                  <a:pt x="0" y="116754"/>
                  <a:pt x="0" y="108226"/>
                </a:cubicBezTo>
                <a:lnTo>
                  <a:pt x="0" y="15461"/>
                </a:lnTo>
                <a:close/>
                <a:moveTo>
                  <a:pt x="50248" y="14132"/>
                </a:moveTo>
                <a:lnTo>
                  <a:pt x="50248" y="36720"/>
                </a:lnTo>
                <a:cubicBezTo>
                  <a:pt x="50248" y="39933"/>
                  <a:pt x="52833" y="42517"/>
                  <a:pt x="56046" y="42517"/>
                </a:cubicBezTo>
                <a:lnTo>
                  <a:pt x="78633" y="42517"/>
                </a:lnTo>
                <a:lnTo>
                  <a:pt x="50248" y="14132"/>
                </a:lnTo>
                <a:close/>
                <a:moveTo>
                  <a:pt x="28989" y="61843"/>
                </a:moveTo>
                <a:cubicBezTo>
                  <a:pt x="25776" y="61843"/>
                  <a:pt x="23191" y="64428"/>
                  <a:pt x="23191" y="67641"/>
                </a:cubicBezTo>
                <a:cubicBezTo>
                  <a:pt x="23191" y="70854"/>
                  <a:pt x="25776" y="73439"/>
                  <a:pt x="28989" y="73439"/>
                </a:cubicBezTo>
                <a:lnTo>
                  <a:pt x="63776" y="73439"/>
                </a:lnTo>
                <a:cubicBezTo>
                  <a:pt x="66989" y="73439"/>
                  <a:pt x="69574" y="70854"/>
                  <a:pt x="69574" y="67641"/>
                </a:cubicBezTo>
                <a:cubicBezTo>
                  <a:pt x="69574" y="64428"/>
                  <a:pt x="66989" y="61843"/>
                  <a:pt x="63776" y="61843"/>
                </a:cubicBezTo>
                <a:lnTo>
                  <a:pt x="28989" y="61843"/>
                </a:lnTo>
                <a:close/>
                <a:moveTo>
                  <a:pt x="28989" y="85035"/>
                </a:moveTo>
                <a:cubicBezTo>
                  <a:pt x="25776" y="85035"/>
                  <a:pt x="23191" y="87620"/>
                  <a:pt x="23191" y="90833"/>
                </a:cubicBezTo>
                <a:cubicBezTo>
                  <a:pt x="23191" y="94046"/>
                  <a:pt x="25776" y="96630"/>
                  <a:pt x="28989" y="96630"/>
                </a:cubicBezTo>
                <a:lnTo>
                  <a:pt x="63776" y="96630"/>
                </a:lnTo>
                <a:cubicBezTo>
                  <a:pt x="66989" y="96630"/>
                  <a:pt x="69574" y="94046"/>
                  <a:pt x="69574" y="90833"/>
                </a:cubicBezTo>
                <a:cubicBezTo>
                  <a:pt x="69574" y="87620"/>
                  <a:pt x="66989" y="85035"/>
                  <a:pt x="63776" y="85035"/>
                </a:cubicBezTo>
                <a:lnTo>
                  <a:pt x="28989" y="85035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8" name="Text 26"/>
          <p:cNvSpPr/>
          <p:nvPr/>
        </p:nvSpPr>
        <p:spPr>
          <a:xfrm>
            <a:off x="844298" y="5618814"/>
            <a:ext cx="4942485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Generation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6104" y="5830849"/>
            <a:ext cx="5141843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Generates concise summaries of uploaded PDFs for quick revision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2360" y="1696278"/>
            <a:ext cx="5654261" cy="2897809"/>
          </a:xfrm>
          <a:custGeom>
            <a:avLst/>
            <a:gdLst/>
            <a:ahLst/>
            <a:cxnLst/>
            <a:rect l="l" t="t" r="r" b="b"/>
            <a:pathLst>
              <a:path w="5654261" h="2897809">
                <a:moveTo>
                  <a:pt x="141355" y="0"/>
                </a:moveTo>
                <a:lnTo>
                  <a:pt x="5512906" y="0"/>
                </a:lnTo>
                <a:cubicBezTo>
                  <a:pt x="5590974" y="0"/>
                  <a:pt x="5654261" y="63287"/>
                  <a:pt x="5654261" y="141355"/>
                </a:cubicBezTo>
                <a:lnTo>
                  <a:pt x="5654261" y="2756454"/>
                </a:lnTo>
                <a:cubicBezTo>
                  <a:pt x="5654261" y="2834522"/>
                  <a:pt x="5590974" y="2897809"/>
                  <a:pt x="5512906" y="2897809"/>
                </a:cubicBezTo>
                <a:lnTo>
                  <a:pt x="141355" y="2897809"/>
                </a:lnTo>
                <a:cubicBezTo>
                  <a:pt x="63287" y="2897809"/>
                  <a:pt x="0" y="2834522"/>
                  <a:pt x="0" y="2756454"/>
                </a:cubicBezTo>
                <a:lnTo>
                  <a:pt x="0" y="141355"/>
                </a:lnTo>
                <a:cubicBezTo>
                  <a:pt x="0" y="63287"/>
                  <a:pt x="63287" y="0"/>
                  <a:pt x="141355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31" name="Text 29"/>
          <p:cNvSpPr/>
          <p:nvPr/>
        </p:nvSpPr>
        <p:spPr>
          <a:xfrm>
            <a:off x="6394395" y="1908313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Anti-Cheat Integrity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94395" y="2332275"/>
            <a:ext cx="5300870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Enforces a </a:t>
            </a:r>
            <a:r>
              <a:rPr lang="en-US" sz="1113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locked browser/window state</a:t>
            </a:r>
            <a:r>
              <a:rPr lang="en-US" sz="1113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during assessments. Any attempt to circumvent the system triggers immediate consequences.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4395" y="2933040"/>
            <a:ext cx="5230191" cy="671443"/>
          </a:xfrm>
          <a:custGeom>
            <a:avLst/>
            <a:gdLst/>
            <a:ahLst/>
            <a:cxnLst/>
            <a:rect l="l" t="t" r="r" b="b"/>
            <a:pathLst>
              <a:path w="5230191" h="671443">
                <a:moveTo>
                  <a:pt x="70676" y="0"/>
                </a:moveTo>
                <a:lnTo>
                  <a:pt x="5159515" y="0"/>
                </a:lnTo>
                <a:cubicBezTo>
                  <a:pt x="5198549" y="0"/>
                  <a:pt x="5230191" y="31643"/>
                  <a:pt x="5230191" y="70676"/>
                </a:cubicBezTo>
                <a:lnTo>
                  <a:pt x="5230191" y="600767"/>
                </a:lnTo>
                <a:cubicBezTo>
                  <a:pt x="5230191" y="639801"/>
                  <a:pt x="5198549" y="671443"/>
                  <a:pt x="5159515" y="671443"/>
                </a:cubicBezTo>
                <a:lnTo>
                  <a:pt x="70676" y="671443"/>
                </a:lnTo>
                <a:cubicBezTo>
                  <a:pt x="31643" y="671443"/>
                  <a:pt x="0" y="639801"/>
                  <a:pt x="0" y="600767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18082" y="3074397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101379" y="113886"/>
                </a:moveTo>
                <a:lnTo>
                  <a:pt x="27471" y="39977"/>
                </a:lnTo>
                <a:cubicBezTo>
                  <a:pt x="21286" y="48647"/>
                  <a:pt x="17670" y="59248"/>
                  <a:pt x="17670" y="70678"/>
                </a:cubicBezTo>
                <a:cubicBezTo>
                  <a:pt x="17670" y="99943"/>
                  <a:pt x="41413" y="123687"/>
                  <a:pt x="70678" y="123687"/>
                </a:cubicBezTo>
                <a:cubicBezTo>
                  <a:pt x="82136" y="123687"/>
                  <a:pt x="92738" y="120070"/>
                  <a:pt x="101379" y="113886"/>
                </a:cubicBezTo>
                <a:close/>
                <a:moveTo>
                  <a:pt x="113886" y="101379"/>
                </a:moveTo>
                <a:cubicBezTo>
                  <a:pt x="120070" y="92710"/>
                  <a:pt x="123687" y="82108"/>
                  <a:pt x="123687" y="70678"/>
                </a:cubicBezTo>
                <a:cubicBezTo>
                  <a:pt x="123687" y="41413"/>
                  <a:pt x="99943" y="17670"/>
                  <a:pt x="70678" y="17670"/>
                </a:cubicBezTo>
                <a:cubicBezTo>
                  <a:pt x="59221" y="17670"/>
                  <a:pt x="48619" y="21286"/>
                  <a:pt x="39977" y="27471"/>
                </a:cubicBezTo>
                <a:lnTo>
                  <a:pt x="113886" y="101379"/>
                </a:lnTo>
                <a:close/>
                <a:moveTo>
                  <a:pt x="0" y="70678"/>
                </a:moveTo>
                <a:cubicBezTo>
                  <a:pt x="0" y="31670"/>
                  <a:pt x="31670" y="0"/>
                  <a:pt x="70678" y="0"/>
                </a:cubicBezTo>
                <a:cubicBezTo>
                  <a:pt x="109687" y="0"/>
                  <a:pt x="141357" y="31670"/>
                  <a:pt x="141357" y="70678"/>
                </a:cubicBezTo>
                <a:cubicBezTo>
                  <a:pt x="141357" y="109687"/>
                  <a:pt x="109687" y="141357"/>
                  <a:pt x="70678" y="141357"/>
                </a:cubicBezTo>
                <a:cubicBezTo>
                  <a:pt x="31670" y="141357"/>
                  <a:pt x="0" y="109687"/>
                  <a:pt x="0" y="7067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5" name="Text 33"/>
          <p:cNvSpPr/>
          <p:nvPr/>
        </p:nvSpPr>
        <p:spPr>
          <a:xfrm>
            <a:off x="6747786" y="3039057"/>
            <a:ext cx="99833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Violation Logic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0412" y="3321770"/>
            <a:ext cx="5080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Copy-pasting, tab switching, or window minimizing results in immediate session cancellation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4395" y="3710501"/>
            <a:ext cx="5230191" cy="671443"/>
          </a:xfrm>
          <a:custGeom>
            <a:avLst/>
            <a:gdLst/>
            <a:ahLst/>
            <a:cxnLst/>
            <a:rect l="l" t="t" r="r" b="b"/>
            <a:pathLst>
              <a:path w="5230191" h="671443">
                <a:moveTo>
                  <a:pt x="70676" y="0"/>
                </a:moveTo>
                <a:lnTo>
                  <a:pt x="5159515" y="0"/>
                </a:lnTo>
                <a:cubicBezTo>
                  <a:pt x="5198549" y="0"/>
                  <a:pt x="5230191" y="31643"/>
                  <a:pt x="5230191" y="70676"/>
                </a:cubicBezTo>
                <a:lnTo>
                  <a:pt x="5230191" y="600767"/>
                </a:lnTo>
                <a:cubicBezTo>
                  <a:pt x="5230191" y="639801"/>
                  <a:pt x="5198549" y="671443"/>
                  <a:pt x="5159515" y="671443"/>
                </a:cubicBezTo>
                <a:lnTo>
                  <a:pt x="70676" y="671443"/>
                </a:lnTo>
                <a:cubicBezTo>
                  <a:pt x="31643" y="671443"/>
                  <a:pt x="0" y="639801"/>
                  <a:pt x="0" y="600767"/>
                </a:cubicBezTo>
                <a:lnTo>
                  <a:pt x="0" y="70676"/>
                </a:lnTo>
                <a:cubicBezTo>
                  <a:pt x="0" y="31669"/>
                  <a:pt x="31669" y="0"/>
                  <a:pt x="7067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09247" y="3851857"/>
            <a:ext cx="159026" cy="141357"/>
          </a:xfrm>
          <a:custGeom>
            <a:avLst/>
            <a:gdLst/>
            <a:ahLst/>
            <a:cxnLst/>
            <a:rect l="l" t="t" r="r" b="b"/>
            <a:pathLst>
              <a:path w="159026" h="141357">
                <a:moveTo>
                  <a:pt x="46824" y="42352"/>
                </a:moveTo>
                <a:lnTo>
                  <a:pt x="41662" y="37189"/>
                </a:lnTo>
                <a:cubicBezTo>
                  <a:pt x="38210" y="33738"/>
                  <a:pt x="38210" y="28133"/>
                  <a:pt x="41662" y="24682"/>
                </a:cubicBezTo>
                <a:lnTo>
                  <a:pt x="73329" y="-7013"/>
                </a:lnTo>
                <a:cubicBezTo>
                  <a:pt x="76780" y="-10464"/>
                  <a:pt x="82384" y="-10464"/>
                  <a:pt x="85835" y="-7013"/>
                </a:cubicBezTo>
                <a:lnTo>
                  <a:pt x="90998" y="-1822"/>
                </a:lnTo>
                <a:cubicBezTo>
                  <a:pt x="94449" y="1629"/>
                  <a:pt x="94449" y="7233"/>
                  <a:pt x="90998" y="10685"/>
                </a:cubicBezTo>
                <a:lnTo>
                  <a:pt x="59331" y="42352"/>
                </a:lnTo>
                <a:cubicBezTo>
                  <a:pt x="55880" y="45803"/>
                  <a:pt x="50275" y="45803"/>
                  <a:pt x="46824" y="42352"/>
                </a:cubicBezTo>
                <a:close/>
                <a:moveTo>
                  <a:pt x="76200" y="58448"/>
                </a:moveTo>
                <a:lnTo>
                  <a:pt x="67531" y="49778"/>
                </a:lnTo>
                <a:lnTo>
                  <a:pt x="98453" y="18857"/>
                </a:lnTo>
                <a:lnTo>
                  <a:pt x="131417" y="51822"/>
                </a:lnTo>
                <a:lnTo>
                  <a:pt x="100496" y="82743"/>
                </a:lnTo>
                <a:lnTo>
                  <a:pt x="91827" y="74074"/>
                </a:lnTo>
                <a:lnTo>
                  <a:pt x="27774" y="138126"/>
                </a:lnTo>
                <a:cubicBezTo>
                  <a:pt x="23467" y="142433"/>
                  <a:pt x="16482" y="142433"/>
                  <a:pt x="12148" y="138126"/>
                </a:cubicBezTo>
                <a:cubicBezTo>
                  <a:pt x="7813" y="133819"/>
                  <a:pt x="7841" y="126834"/>
                  <a:pt x="12148" y="122500"/>
                </a:cubicBezTo>
                <a:lnTo>
                  <a:pt x="76200" y="58448"/>
                </a:lnTo>
                <a:close/>
                <a:moveTo>
                  <a:pt x="107922" y="103422"/>
                </a:moveTo>
                <a:cubicBezTo>
                  <a:pt x="104471" y="99971"/>
                  <a:pt x="104471" y="94367"/>
                  <a:pt x="107922" y="90915"/>
                </a:cubicBezTo>
                <a:lnTo>
                  <a:pt x="139590" y="59248"/>
                </a:lnTo>
                <a:cubicBezTo>
                  <a:pt x="143041" y="55797"/>
                  <a:pt x="148645" y="55797"/>
                  <a:pt x="152096" y="59248"/>
                </a:cubicBezTo>
                <a:lnTo>
                  <a:pt x="157259" y="64411"/>
                </a:lnTo>
                <a:cubicBezTo>
                  <a:pt x="160710" y="67862"/>
                  <a:pt x="160710" y="73467"/>
                  <a:pt x="157259" y="76918"/>
                </a:cubicBezTo>
                <a:lnTo>
                  <a:pt x="125592" y="108613"/>
                </a:lnTo>
                <a:cubicBezTo>
                  <a:pt x="122141" y="112064"/>
                  <a:pt x="116536" y="112064"/>
                  <a:pt x="113085" y="108613"/>
                </a:cubicBezTo>
                <a:lnTo>
                  <a:pt x="107922" y="10345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9" name="Text 37"/>
          <p:cNvSpPr/>
          <p:nvPr/>
        </p:nvSpPr>
        <p:spPr>
          <a:xfrm>
            <a:off x="6747786" y="3816518"/>
            <a:ext cx="121920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Punitive Measures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00412" y="4099231"/>
            <a:ext cx="5080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Repeated violations trigger system-wide lock on leisure apps via mobile companion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2360" y="4735336"/>
            <a:ext cx="5654261" cy="1943652"/>
          </a:xfrm>
          <a:custGeom>
            <a:avLst/>
            <a:gdLst/>
            <a:ahLst/>
            <a:cxnLst/>
            <a:rect l="l" t="t" r="r" b="b"/>
            <a:pathLst>
              <a:path w="5654261" h="1943652">
                <a:moveTo>
                  <a:pt x="141362" y="0"/>
                </a:moveTo>
                <a:lnTo>
                  <a:pt x="5512899" y="0"/>
                </a:lnTo>
                <a:cubicBezTo>
                  <a:pt x="5590971" y="0"/>
                  <a:pt x="5654261" y="63290"/>
                  <a:pt x="5654261" y="141362"/>
                </a:cubicBezTo>
                <a:lnTo>
                  <a:pt x="5654261" y="1802290"/>
                </a:lnTo>
                <a:cubicBezTo>
                  <a:pt x="5654261" y="1880362"/>
                  <a:pt x="5590971" y="1943652"/>
                  <a:pt x="5512899" y="1943652"/>
                </a:cubicBezTo>
                <a:lnTo>
                  <a:pt x="141362" y="1943652"/>
                </a:lnTo>
                <a:cubicBezTo>
                  <a:pt x="63342" y="1943652"/>
                  <a:pt x="0" y="1880310"/>
                  <a:pt x="0" y="1802290"/>
                </a:cubicBezTo>
                <a:lnTo>
                  <a:pt x="0" y="141362"/>
                </a:lnTo>
                <a:cubicBezTo>
                  <a:pt x="0" y="63342"/>
                  <a:pt x="63342" y="0"/>
                  <a:pt x="1413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59056" y="4912031"/>
            <a:ext cx="538038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Speech Analysis Metrics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9056" y="5265423"/>
            <a:ext cx="2597426" cy="565426"/>
          </a:xfrm>
          <a:custGeom>
            <a:avLst/>
            <a:gdLst/>
            <a:ahLst/>
            <a:cxnLst/>
            <a:rect l="l" t="t" r="r" b="b"/>
            <a:pathLst>
              <a:path w="2597426" h="565426">
                <a:moveTo>
                  <a:pt x="70678" y="0"/>
                </a:moveTo>
                <a:lnTo>
                  <a:pt x="2526748" y="0"/>
                </a:lnTo>
                <a:cubicBezTo>
                  <a:pt x="2565782" y="0"/>
                  <a:pt x="2597426" y="31644"/>
                  <a:pt x="2597426" y="70678"/>
                </a:cubicBezTo>
                <a:lnTo>
                  <a:pt x="2597426" y="494748"/>
                </a:lnTo>
                <a:cubicBezTo>
                  <a:pt x="2597426" y="533782"/>
                  <a:pt x="2565782" y="565426"/>
                  <a:pt x="2526748" y="565426"/>
                </a:cubicBezTo>
                <a:lnTo>
                  <a:pt x="70678" y="565426"/>
                </a:lnTo>
                <a:cubicBezTo>
                  <a:pt x="31644" y="565426"/>
                  <a:pt x="0" y="533782"/>
                  <a:pt x="0" y="494748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4" name="Shape 42"/>
          <p:cNvSpPr/>
          <p:nvPr/>
        </p:nvSpPr>
        <p:spPr>
          <a:xfrm>
            <a:off x="7546782" y="5371440"/>
            <a:ext cx="220870" cy="176696"/>
          </a:xfrm>
          <a:custGeom>
            <a:avLst/>
            <a:gdLst/>
            <a:ahLst/>
            <a:cxnLst/>
            <a:rect l="l" t="t" r="r" b="b"/>
            <a:pathLst>
              <a:path w="220870" h="176696">
                <a:moveTo>
                  <a:pt x="184150" y="11216"/>
                </a:moveTo>
                <a:cubicBezTo>
                  <a:pt x="180595" y="8317"/>
                  <a:pt x="175384" y="8869"/>
                  <a:pt x="172485" y="12424"/>
                </a:cubicBezTo>
                <a:cubicBezTo>
                  <a:pt x="169586" y="15979"/>
                  <a:pt x="170139" y="21190"/>
                  <a:pt x="173693" y="24089"/>
                </a:cubicBezTo>
                <a:cubicBezTo>
                  <a:pt x="192398" y="39273"/>
                  <a:pt x="204304" y="62396"/>
                  <a:pt x="204304" y="88348"/>
                </a:cubicBezTo>
                <a:cubicBezTo>
                  <a:pt x="204304" y="114300"/>
                  <a:pt x="192398" y="137422"/>
                  <a:pt x="173693" y="152642"/>
                </a:cubicBezTo>
                <a:cubicBezTo>
                  <a:pt x="170139" y="155540"/>
                  <a:pt x="169621" y="160752"/>
                  <a:pt x="172485" y="164306"/>
                </a:cubicBezTo>
                <a:cubicBezTo>
                  <a:pt x="175350" y="167861"/>
                  <a:pt x="180595" y="168379"/>
                  <a:pt x="184150" y="165514"/>
                </a:cubicBezTo>
                <a:cubicBezTo>
                  <a:pt x="206548" y="147258"/>
                  <a:pt x="220870" y="119477"/>
                  <a:pt x="220870" y="88348"/>
                </a:cubicBezTo>
                <a:cubicBezTo>
                  <a:pt x="220870" y="57219"/>
                  <a:pt x="206548" y="29403"/>
                  <a:pt x="184150" y="11216"/>
                </a:cubicBezTo>
                <a:close/>
                <a:moveTo>
                  <a:pt x="163271" y="36927"/>
                </a:moveTo>
                <a:cubicBezTo>
                  <a:pt x="159716" y="34028"/>
                  <a:pt x="154505" y="34580"/>
                  <a:pt x="151606" y="38135"/>
                </a:cubicBezTo>
                <a:cubicBezTo>
                  <a:pt x="148707" y="41689"/>
                  <a:pt x="149260" y="46900"/>
                  <a:pt x="152814" y="49799"/>
                </a:cubicBezTo>
                <a:cubicBezTo>
                  <a:pt x="164030" y="58910"/>
                  <a:pt x="171174" y="72783"/>
                  <a:pt x="171174" y="88348"/>
                </a:cubicBezTo>
                <a:cubicBezTo>
                  <a:pt x="171174" y="103912"/>
                  <a:pt x="164030" y="117786"/>
                  <a:pt x="152814" y="126931"/>
                </a:cubicBezTo>
                <a:cubicBezTo>
                  <a:pt x="149260" y="129830"/>
                  <a:pt x="148742" y="135041"/>
                  <a:pt x="151606" y="138596"/>
                </a:cubicBezTo>
                <a:cubicBezTo>
                  <a:pt x="154471" y="142150"/>
                  <a:pt x="159716" y="142668"/>
                  <a:pt x="163271" y="139804"/>
                </a:cubicBezTo>
                <a:cubicBezTo>
                  <a:pt x="178180" y="127656"/>
                  <a:pt x="187739" y="109123"/>
                  <a:pt x="187739" y="88382"/>
                </a:cubicBezTo>
                <a:cubicBezTo>
                  <a:pt x="187739" y="67641"/>
                  <a:pt x="178180" y="49109"/>
                  <a:pt x="163271" y="36961"/>
                </a:cubicBezTo>
                <a:close/>
                <a:moveTo>
                  <a:pt x="142392" y="62637"/>
                </a:moveTo>
                <a:cubicBezTo>
                  <a:pt x="138837" y="59738"/>
                  <a:pt x="133626" y="60290"/>
                  <a:pt x="130727" y="63845"/>
                </a:cubicBezTo>
                <a:cubicBezTo>
                  <a:pt x="127828" y="67400"/>
                  <a:pt x="128380" y="72611"/>
                  <a:pt x="131935" y="75510"/>
                </a:cubicBezTo>
                <a:cubicBezTo>
                  <a:pt x="135662" y="78547"/>
                  <a:pt x="138043" y="83171"/>
                  <a:pt x="138043" y="88348"/>
                </a:cubicBezTo>
                <a:cubicBezTo>
                  <a:pt x="138043" y="93524"/>
                  <a:pt x="135662" y="98149"/>
                  <a:pt x="131935" y="101220"/>
                </a:cubicBezTo>
                <a:cubicBezTo>
                  <a:pt x="128380" y="104119"/>
                  <a:pt x="127863" y="109330"/>
                  <a:pt x="130727" y="112885"/>
                </a:cubicBezTo>
                <a:cubicBezTo>
                  <a:pt x="133592" y="116440"/>
                  <a:pt x="138837" y="116957"/>
                  <a:pt x="142392" y="114093"/>
                </a:cubicBezTo>
                <a:cubicBezTo>
                  <a:pt x="149812" y="107985"/>
                  <a:pt x="154609" y="98736"/>
                  <a:pt x="154609" y="88348"/>
                </a:cubicBezTo>
                <a:cubicBezTo>
                  <a:pt x="154609" y="77960"/>
                  <a:pt x="149812" y="68711"/>
                  <a:pt x="142392" y="62637"/>
                </a:cubicBezTo>
                <a:close/>
                <a:moveTo>
                  <a:pt x="27609" y="121478"/>
                </a:moveTo>
                <a:lnTo>
                  <a:pt x="44174" y="121478"/>
                </a:lnTo>
                <a:lnTo>
                  <a:pt x="90453" y="162615"/>
                </a:lnTo>
                <a:cubicBezTo>
                  <a:pt x="92662" y="164582"/>
                  <a:pt x="95492" y="165652"/>
                  <a:pt x="98425" y="165652"/>
                </a:cubicBezTo>
                <a:cubicBezTo>
                  <a:pt x="105051" y="165652"/>
                  <a:pt x="110435" y="160268"/>
                  <a:pt x="110435" y="153642"/>
                </a:cubicBezTo>
                <a:lnTo>
                  <a:pt x="110435" y="23053"/>
                </a:lnTo>
                <a:cubicBezTo>
                  <a:pt x="110435" y="16427"/>
                  <a:pt x="105051" y="11043"/>
                  <a:pt x="98425" y="11043"/>
                </a:cubicBezTo>
                <a:cubicBezTo>
                  <a:pt x="95492" y="11043"/>
                  <a:pt x="92662" y="12113"/>
                  <a:pt x="90453" y="14080"/>
                </a:cubicBezTo>
                <a:lnTo>
                  <a:pt x="44174" y="55217"/>
                </a:lnTo>
                <a:lnTo>
                  <a:pt x="27609" y="55217"/>
                </a:lnTo>
                <a:cubicBezTo>
                  <a:pt x="18463" y="55217"/>
                  <a:pt x="11043" y="62637"/>
                  <a:pt x="11043" y="71783"/>
                </a:cubicBezTo>
                <a:lnTo>
                  <a:pt x="11043" y="104913"/>
                </a:lnTo>
                <a:cubicBezTo>
                  <a:pt x="11043" y="114058"/>
                  <a:pt x="18463" y="121478"/>
                  <a:pt x="27609" y="12147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5" name="Text 43"/>
          <p:cNvSpPr/>
          <p:nvPr/>
        </p:nvSpPr>
        <p:spPr>
          <a:xfrm>
            <a:off x="6438569" y="5583475"/>
            <a:ext cx="243840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Clarity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61505" y="5265423"/>
            <a:ext cx="2597426" cy="565426"/>
          </a:xfrm>
          <a:custGeom>
            <a:avLst/>
            <a:gdLst/>
            <a:ahLst/>
            <a:cxnLst/>
            <a:rect l="l" t="t" r="r" b="b"/>
            <a:pathLst>
              <a:path w="2597426" h="565426">
                <a:moveTo>
                  <a:pt x="70678" y="0"/>
                </a:moveTo>
                <a:lnTo>
                  <a:pt x="2526748" y="0"/>
                </a:lnTo>
                <a:cubicBezTo>
                  <a:pt x="2565782" y="0"/>
                  <a:pt x="2597426" y="31644"/>
                  <a:pt x="2597426" y="70678"/>
                </a:cubicBezTo>
                <a:lnTo>
                  <a:pt x="2597426" y="494748"/>
                </a:lnTo>
                <a:cubicBezTo>
                  <a:pt x="2597426" y="533782"/>
                  <a:pt x="2565782" y="565426"/>
                  <a:pt x="2526748" y="565426"/>
                </a:cubicBezTo>
                <a:lnTo>
                  <a:pt x="70678" y="565426"/>
                </a:lnTo>
                <a:cubicBezTo>
                  <a:pt x="31644" y="565426"/>
                  <a:pt x="0" y="533782"/>
                  <a:pt x="0" y="494748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7" name="Shape 45"/>
          <p:cNvSpPr/>
          <p:nvPr/>
        </p:nvSpPr>
        <p:spPr>
          <a:xfrm>
            <a:off x="10271318" y="5371440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154609" y="88348"/>
                </a:moveTo>
                <a:cubicBezTo>
                  <a:pt x="154609" y="51777"/>
                  <a:pt x="124918" y="22087"/>
                  <a:pt x="88348" y="22087"/>
                </a:cubicBezTo>
                <a:cubicBezTo>
                  <a:pt x="51777" y="22087"/>
                  <a:pt x="22087" y="51777"/>
                  <a:pt x="22087" y="88348"/>
                </a:cubicBezTo>
                <a:cubicBezTo>
                  <a:pt x="22087" y="124918"/>
                  <a:pt x="51777" y="154609"/>
                  <a:pt x="88348" y="154609"/>
                </a:cubicBezTo>
                <a:cubicBezTo>
                  <a:pt x="124918" y="154609"/>
                  <a:pt x="154609" y="124918"/>
                  <a:pt x="154609" y="88348"/>
                </a:cubicBezTo>
                <a:close/>
                <a:moveTo>
                  <a:pt x="0" y="88348"/>
                </a:moveTo>
                <a:cubicBezTo>
                  <a:pt x="0" y="39587"/>
                  <a:pt x="39587" y="0"/>
                  <a:pt x="88348" y="0"/>
                </a:cubicBezTo>
                <a:cubicBezTo>
                  <a:pt x="137108" y="0"/>
                  <a:pt x="176696" y="39587"/>
                  <a:pt x="176696" y="88348"/>
                </a:cubicBezTo>
                <a:cubicBezTo>
                  <a:pt x="176696" y="137108"/>
                  <a:pt x="137108" y="176696"/>
                  <a:pt x="88348" y="176696"/>
                </a:cubicBezTo>
                <a:cubicBezTo>
                  <a:pt x="39587" y="176696"/>
                  <a:pt x="0" y="137108"/>
                  <a:pt x="0" y="88348"/>
                </a:cubicBezTo>
                <a:close/>
                <a:moveTo>
                  <a:pt x="88348" y="115957"/>
                </a:moveTo>
                <a:cubicBezTo>
                  <a:pt x="103585" y="115957"/>
                  <a:pt x="115957" y="103585"/>
                  <a:pt x="115957" y="88348"/>
                </a:cubicBezTo>
                <a:cubicBezTo>
                  <a:pt x="115957" y="73110"/>
                  <a:pt x="103585" y="60739"/>
                  <a:pt x="88348" y="60739"/>
                </a:cubicBezTo>
                <a:cubicBezTo>
                  <a:pt x="73110" y="60739"/>
                  <a:pt x="60739" y="73110"/>
                  <a:pt x="60739" y="88348"/>
                </a:cubicBezTo>
                <a:cubicBezTo>
                  <a:pt x="60739" y="103585"/>
                  <a:pt x="73110" y="115957"/>
                  <a:pt x="88348" y="115957"/>
                </a:cubicBezTo>
                <a:close/>
                <a:moveTo>
                  <a:pt x="88348" y="38652"/>
                </a:moveTo>
                <a:cubicBezTo>
                  <a:pt x="115776" y="38652"/>
                  <a:pt x="138043" y="60920"/>
                  <a:pt x="138043" y="88348"/>
                </a:cubicBezTo>
                <a:cubicBezTo>
                  <a:pt x="138043" y="115776"/>
                  <a:pt x="115776" y="138043"/>
                  <a:pt x="88348" y="138043"/>
                </a:cubicBezTo>
                <a:cubicBezTo>
                  <a:pt x="60920" y="138043"/>
                  <a:pt x="38652" y="115776"/>
                  <a:pt x="38652" y="88348"/>
                </a:cubicBezTo>
                <a:cubicBezTo>
                  <a:pt x="38652" y="60920"/>
                  <a:pt x="60920" y="38652"/>
                  <a:pt x="88348" y="38652"/>
                </a:cubicBezTo>
                <a:close/>
                <a:moveTo>
                  <a:pt x="77304" y="88348"/>
                </a:moveTo>
                <a:cubicBezTo>
                  <a:pt x="77304" y="82253"/>
                  <a:pt x="82253" y="77304"/>
                  <a:pt x="88348" y="77304"/>
                </a:cubicBezTo>
                <a:cubicBezTo>
                  <a:pt x="94443" y="77304"/>
                  <a:pt x="99391" y="82253"/>
                  <a:pt x="99391" y="88348"/>
                </a:cubicBezTo>
                <a:cubicBezTo>
                  <a:pt x="99391" y="94443"/>
                  <a:pt x="94443" y="99391"/>
                  <a:pt x="88348" y="99391"/>
                </a:cubicBezTo>
                <a:cubicBezTo>
                  <a:pt x="82253" y="99391"/>
                  <a:pt x="77304" y="94443"/>
                  <a:pt x="77304" y="8834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8" name="Text 46"/>
          <p:cNvSpPr/>
          <p:nvPr/>
        </p:nvSpPr>
        <p:spPr>
          <a:xfrm>
            <a:off x="9141018" y="5583475"/>
            <a:ext cx="243840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9056" y="5936754"/>
            <a:ext cx="2597426" cy="565426"/>
          </a:xfrm>
          <a:custGeom>
            <a:avLst/>
            <a:gdLst/>
            <a:ahLst/>
            <a:cxnLst/>
            <a:rect l="l" t="t" r="r" b="b"/>
            <a:pathLst>
              <a:path w="2597426" h="565426">
                <a:moveTo>
                  <a:pt x="70678" y="0"/>
                </a:moveTo>
                <a:lnTo>
                  <a:pt x="2526748" y="0"/>
                </a:lnTo>
                <a:cubicBezTo>
                  <a:pt x="2565782" y="0"/>
                  <a:pt x="2597426" y="31644"/>
                  <a:pt x="2597426" y="70678"/>
                </a:cubicBezTo>
                <a:lnTo>
                  <a:pt x="2597426" y="494748"/>
                </a:lnTo>
                <a:cubicBezTo>
                  <a:pt x="2597426" y="533782"/>
                  <a:pt x="2565782" y="565426"/>
                  <a:pt x="2526748" y="565426"/>
                </a:cubicBezTo>
                <a:lnTo>
                  <a:pt x="70678" y="565426"/>
                </a:lnTo>
                <a:cubicBezTo>
                  <a:pt x="31644" y="565426"/>
                  <a:pt x="0" y="533782"/>
                  <a:pt x="0" y="494748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0" name="Shape 48"/>
          <p:cNvSpPr/>
          <p:nvPr/>
        </p:nvSpPr>
        <p:spPr>
          <a:xfrm>
            <a:off x="7557825" y="6042771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55217" y="0"/>
                </a:moveTo>
                <a:cubicBezTo>
                  <a:pt x="61326" y="0"/>
                  <a:pt x="66261" y="4935"/>
                  <a:pt x="66261" y="11043"/>
                </a:cubicBezTo>
                <a:lnTo>
                  <a:pt x="66261" y="22087"/>
                </a:lnTo>
                <a:lnTo>
                  <a:pt x="110435" y="22087"/>
                </a:lnTo>
                <a:cubicBezTo>
                  <a:pt x="116543" y="22087"/>
                  <a:pt x="121478" y="27022"/>
                  <a:pt x="121478" y="33130"/>
                </a:cubicBezTo>
                <a:cubicBezTo>
                  <a:pt x="121478" y="39239"/>
                  <a:pt x="116543" y="44174"/>
                  <a:pt x="110435" y="44174"/>
                </a:cubicBezTo>
                <a:lnTo>
                  <a:pt x="107122" y="44174"/>
                </a:lnTo>
                <a:lnTo>
                  <a:pt x="104223" y="52146"/>
                </a:lnTo>
                <a:cubicBezTo>
                  <a:pt x="98563" y="67745"/>
                  <a:pt x="90039" y="81998"/>
                  <a:pt x="79306" y="94249"/>
                </a:cubicBezTo>
                <a:cubicBezTo>
                  <a:pt x="84207" y="97286"/>
                  <a:pt x="89314" y="99978"/>
                  <a:pt x="94629" y="102359"/>
                </a:cubicBezTo>
                <a:lnTo>
                  <a:pt x="112022" y="110090"/>
                </a:lnTo>
                <a:lnTo>
                  <a:pt x="133488" y="61774"/>
                </a:lnTo>
                <a:cubicBezTo>
                  <a:pt x="135248" y="57771"/>
                  <a:pt x="139217" y="55217"/>
                  <a:pt x="143565" y="55217"/>
                </a:cubicBezTo>
                <a:cubicBezTo>
                  <a:pt x="147914" y="55217"/>
                  <a:pt x="151882" y="57771"/>
                  <a:pt x="153642" y="61774"/>
                </a:cubicBezTo>
                <a:lnTo>
                  <a:pt x="197816" y="161166"/>
                </a:lnTo>
                <a:cubicBezTo>
                  <a:pt x="200301" y="166757"/>
                  <a:pt x="197782" y="173279"/>
                  <a:pt x="192226" y="175729"/>
                </a:cubicBezTo>
                <a:cubicBezTo>
                  <a:pt x="186669" y="178180"/>
                  <a:pt x="180112" y="175695"/>
                  <a:pt x="177662" y="170139"/>
                </a:cubicBezTo>
                <a:lnTo>
                  <a:pt x="170760" y="154609"/>
                </a:lnTo>
                <a:lnTo>
                  <a:pt x="116405" y="154609"/>
                </a:lnTo>
                <a:lnTo>
                  <a:pt x="109503" y="170139"/>
                </a:lnTo>
                <a:cubicBezTo>
                  <a:pt x="107018" y="175729"/>
                  <a:pt x="100496" y="178214"/>
                  <a:pt x="94939" y="175729"/>
                </a:cubicBezTo>
                <a:cubicBezTo>
                  <a:pt x="89383" y="173245"/>
                  <a:pt x="86864" y="166722"/>
                  <a:pt x="89349" y="161166"/>
                </a:cubicBezTo>
                <a:lnTo>
                  <a:pt x="103084" y="130279"/>
                </a:lnTo>
                <a:lnTo>
                  <a:pt x="85690" y="122548"/>
                </a:lnTo>
                <a:cubicBezTo>
                  <a:pt x="77753" y="119028"/>
                  <a:pt x="70161" y="114818"/>
                  <a:pt x="62982" y="109986"/>
                </a:cubicBezTo>
                <a:cubicBezTo>
                  <a:pt x="55632" y="115922"/>
                  <a:pt x="47590" y="121099"/>
                  <a:pt x="38997" y="125413"/>
                </a:cubicBezTo>
                <a:lnTo>
                  <a:pt x="27022" y="131348"/>
                </a:lnTo>
                <a:cubicBezTo>
                  <a:pt x="21569" y="134075"/>
                  <a:pt x="14943" y="131866"/>
                  <a:pt x="12217" y="126413"/>
                </a:cubicBezTo>
                <a:cubicBezTo>
                  <a:pt x="9490" y="120961"/>
                  <a:pt x="11699" y="114335"/>
                  <a:pt x="17152" y="111608"/>
                </a:cubicBezTo>
                <a:lnTo>
                  <a:pt x="29058" y="105638"/>
                </a:lnTo>
                <a:cubicBezTo>
                  <a:pt x="34683" y="102808"/>
                  <a:pt x="40033" y="99529"/>
                  <a:pt x="45071" y="95871"/>
                </a:cubicBezTo>
                <a:cubicBezTo>
                  <a:pt x="40309" y="91488"/>
                  <a:pt x="35822" y="86760"/>
                  <a:pt x="31646" y="81756"/>
                </a:cubicBezTo>
                <a:lnTo>
                  <a:pt x="28161" y="77546"/>
                </a:lnTo>
                <a:cubicBezTo>
                  <a:pt x="24261" y="72852"/>
                  <a:pt x="24882" y="65881"/>
                  <a:pt x="29576" y="61982"/>
                </a:cubicBezTo>
                <a:cubicBezTo>
                  <a:pt x="34269" y="58082"/>
                  <a:pt x="41240" y="58703"/>
                  <a:pt x="45140" y="63396"/>
                </a:cubicBezTo>
                <a:lnTo>
                  <a:pt x="48660" y="67607"/>
                </a:lnTo>
                <a:cubicBezTo>
                  <a:pt x="52629" y="72404"/>
                  <a:pt x="56977" y="76856"/>
                  <a:pt x="61567" y="80962"/>
                </a:cubicBezTo>
                <a:cubicBezTo>
                  <a:pt x="71058" y="70471"/>
                  <a:pt x="78547" y="58151"/>
                  <a:pt x="83482" y="44588"/>
                </a:cubicBezTo>
                <a:lnTo>
                  <a:pt x="83654" y="44174"/>
                </a:lnTo>
                <a:lnTo>
                  <a:pt x="11078" y="44174"/>
                </a:lnTo>
                <a:cubicBezTo>
                  <a:pt x="4935" y="44174"/>
                  <a:pt x="0" y="39239"/>
                  <a:pt x="0" y="33130"/>
                </a:cubicBezTo>
                <a:cubicBezTo>
                  <a:pt x="0" y="27022"/>
                  <a:pt x="4935" y="22087"/>
                  <a:pt x="11043" y="22087"/>
                </a:cubicBezTo>
                <a:lnTo>
                  <a:pt x="44174" y="22087"/>
                </a:lnTo>
                <a:lnTo>
                  <a:pt x="44174" y="11043"/>
                </a:lnTo>
                <a:cubicBezTo>
                  <a:pt x="44174" y="4935"/>
                  <a:pt x="49109" y="0"/>
                  <a:pt x="55217" y="0"/>
                </a:cubicBezTo>
                <a:close/>
                <a:moveTo>
                  <a:pt x="143565" y="93455"/>
                </a:moveTo>
                <a:lnTo>
                  <a:pt x="126206" y="132522"/>
                </a:lnTo>
                <a:lnTo>
                  <a:pt x="160924" y="132522"/>
                </a:lnTo>
                <a:lnTo>
                  <a:pt x="143565" y="93455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1" name="Text 49"/>
          <p:cNvSpPr/>
          <p:nvPr/>
        </p:nvSpPr>
        <p:spPr>
          <a:xfrm>
            <a:off x="6438569" y="6254806"/>
            <a:ext cx="243840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Pronunciation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61505" y="5936754"/>
            <a:ext cx="2597426" cy="565426"/>
          </a:xfrm>
          <a:custGeom>
            <a:avLst/>
            <a:gdLst/>
            <a:ahLst/>
            <a:cxnLst/>
            <a:rect l="l" t="t" r="r" b="b"/>
            <a:pathLst>
              <a:path w="2597426" h="565426">
                <a:moveTo>
                  <a:pt x="70678" y="0"/>
                </a:moveTo>
                <a:lnTo>
                  <a:pt x="2526748" y="0"/>
                </a:lnTo>
                <a:cubicBezTo>
                  <a:pt x="2565782" y="0"/>
                  <a:pt x="2597426" y="31644"/>
                  <a:pt x="2597426" y="70678"/>
                </a:cubicBezTo>
                <a:lnTo>
                  <a:pt x="2597426" y="494748"/>
                </a:lnTo>
                <a:cubicBezTo>
                  <a:pt x="2597426" y="533782"/>
                  <a:pt x="2565782" y="565426"/>
                  <a:pt x="2526748" y="565426"/>
                </a:cubicBezTo>
                <a:lnTo>
                  <a:pt x="70678" y="565426"/>
                </a:lnTo>
                <a:cubicBezTo>
                  <a:pt x="31644" y="565426"/>
                  <a:pt x="0" y="533782"/>
                  <a:pt x="0" y="494748"/>
                </a:cubicBezTo>
                <a:lnTo>
                  <a:pt x="0" y="70678"/>
                </a:lnTo>
                <a:cubicBezTo>
                  <a:pt x="0" y="31670"/>
                  <a:pt x="31670" y="0"/>
                  <a:pt x="7067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71318" y="6042771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41413" y="19326"/>
                </a:moveTo>
                <a:cubicBezTo>
                  <a:pt x="41413" y="8662"/>
                  <a:pt x="50075" y="0"/>
                  <a:pt x="60739" y="0"/>
                </a:cubicBezTo>
                <a:lnTo>
                  <a:pt x="69022" y="0"/>
                </a:lnTo>
                <a:cubicBezTo>
                  <a:pt x="75130" y="0"/>
                  <a:pt x="80065" y="4935"/>
                  <a:pt x="80065" y="11043"/>
                </a:cubicBezTo>
                <a:lnTo>
                  <a:pt x="80065" y="165652"/>
                </a:lnTo>
                <a:cubicBezTo>
                  <a:pt x="80065" y="171761"/>
                  <a:pt x="75130" y="176696"/>
                  <a:pt x="69022" y="176696"/>
                </a:cubicBezTo>
                <a:lnTo>
                  <a:pt x="57978" y="176696"/>
                </a:lnTo>
                <a:cubicBezTo>
                  <a:pt x="47694" y="176696"/>
                  <a:pt x="39032" y="169655"/>
                  <a:pt x="36582" y="160130"/>
                </a:cubicBezTo>
                <a:cubicBezTo>
                  <a:pt x="36340" y="160130"/>
                  <a:pt x="36133" y="160130"/>
                  <a:pt x="35891" y="160130"/>
                </a:cubicBezTo>
                <a:cubicBezTo>
                  <a:pt x="20637" y="160130"/>
                  <a:pt x="8283" y="147776"/>
                  <a:pt x="8283" y="132522"/>
                </a:cubicBezTo>
                <a:cubicBezTo>
                  <a:pt x="8283" y="126310"/>
                  <a:pt x="10353" y="120581"/>
                  <a:pt x="13804" y="115957"/>
                </a:cubicBezTo>
                <a:cubicBezTo>
                  <a:pt x="7109" y="110918"/>
                  <a:pt x="2761" y="102911"/>
                  <a:pt x="2761" y="93870"/>
                </a:cubicBezTo>
                <a:cubicBezTo>
                  <a:pt x="2761" y="83206"/>
                  <a:pt x="8835" y="73922"/>
                  <a:pt x="17670" y="69332"/>
                </a:cubicBezTo>
                <a:cubicBezTo>
                  <a:pt x="15219" y="65191"/>
                  <a:pt x="13804" y="60360"/>
                  <a:pt x="13804" y="55217"/>
                </a:cubicBezTo>
                <a:cubicBezTo>
                  <a:pt x="13804" y="39964"/>
                  <a:pt x="26159" y="27609"/>
                  <a:pt x="41413" y="27609"/>
                </a:cubicBezTo>
                <a:lnTo>
                  <a:pt x="41413" y="19326"/>
                </a:lnTo>
                <a:close/>
                <a:moveTo>
                  <a:pt x="135283" y="19326"/>
                </a:moveTo>
                <a:lnTo>
                  <a:pt x="135283" y="27609"/>
                </a:lnTo>
                <a:cubicBezTo>
                  <a:pt x="150536" y="27609"/>
                  <a:pt x="162891" y="39964"/>
                  <a:pt x="162891" y="55217"/>
                </a:cubicBezTo>
                <a:cubicBezTo>
                  <a:pt x="162891" y="60394"/>
                  <a:pt x="161476" y="65226"/>
                  <a:pt x="159026" y="69332"/>
                </a:cubicBezTo>
                <a:cubicBezTo>
                  <a:pt x="167895" y="73922"/>
                  <a:pt x="173935" y="83171"/>
                  <a:pt x="173935" y="93870"/>
                </a:cubicBezTo>
                <a:cubicBezTo>
                  <a:pt x="173935" y="102911"/>
                  <a:pt x="169586" y="110918"/>
                  <a:pt x="162891" y="115957"/>
                </a:cubicBezTo>
                <a:cubicBezTo>
                  <a:pt x="166342" y="120581"/>
                  <a:pt x="168413" y="126310"/>
                  <a:pt x="168413" y="132522"/>
                </a:cubicBezTo>
                <a:cubicBezTo>
                  <a:pt x="168413" y="147776"/>
                  <a:pt x="156058" y="160130"/>
                  <a:pt x="140804" y="160130"/>
                </a:cubicBezTo>
                <a:cubicBezTo>
                  <a:pt x="140563" y="160130"/>
                  <a:pt x="140356" y="160130"/>
                  <a:pt x="140114" y="160130"/>
                </a:cubicBezTo>
                <a:cubicBezTo>
                  <a:pt x="137664" y="169655"/>
                  <a:pt x="129002" y="176696"/>
                  <a:pt x="118717" y="176696"/>
                </a:cubicBezTo>
                <a:lnTo>
                  <a:pt x="107674" y="176696"/>
                </a:lnTo>
                <a:cubicBezTo>
                  <a:pt x="101565" y="176696"/>
                  <a:pt x="96630" y="171761"/>
                  <a:pt x="96630" y="165652"/>
                </a:cubicBezTo>
                <a:lnTo>
                  <a:pt x="96630" y="11043"/>
                </a:lnTo>
                <a:cubicBezTo>
                  <a:pt x="96630" y="4935"/>
                  <a:pt x="101565" y="0"/>
                  <a:pt x="107674" y="0"/>
                </a:cubicBezTo>
                <a:lnTo>
                  <a:pt x="115957" y="0"/>
                </a:lnTo>
                <a:cubicBezTo>
                  <a:pt x="126620" y="0"/>
                  <a:pt x="135283" y="8662"/>
                  <a:pt x="135283" y="1932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4" name="Text 52"/>
          <p:cNvSpPr/>
          <p:nvPr/>
        </p:nvSpPr>
        <p:spPr>
          <a:xfrm>
            <a:off x="9141018" y="6254806"/>
            <a:ext cx="2438400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Technical Architecture: Built for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Robust, secure, and scalable infrastructure powering the Digital Guardian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828800"/>
            <a:ext cx="3686175" cy="3771900"/>
          </a:xfrm>
          <a:custGeom>
            <a:avLst/>
            <a:gdLst/>
            <a:ahLst/>
            <a:cxnLst/>
            <a:rect l="l" t="t" r="r" b="b"/>
            <a:pathLst>
              <a:path w="3686175" h="37719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619514"/>
                </a:lnTo>
                <a:cubicBezTo>
                  <a:pt x="3686175" y="3703674"/>
                  <a:pt x="3617949" y="3771900"/>
                  <a:pt x="3533789" y="3771900"/>
                </a:cubicBezTo>
                <a:lnTo>
                  <a:pt x="152386" y="3771900"/>
                </a:lnTo>
                <a:cubicBezTo>
                  <a:pt x="68226" y="3771900"/>
                  <a:pt x="0" y="3703674"/>
                  <a:pt x="0" y="36195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" name="Shape 5"/>
          <p:cNvSpPr/>
          <p:nvPr/>
        </p:nvSpPr>
        <p:spPr>
          <a:xfrm>
            <a:off x="704850" y="2152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11455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628900"/>
            <a:ext cx="3305175" cy="914400"/>
          </a:xfrm>
          <a:custGeom>
            <a:avLst/>
            <a:gdLst/>
            <a:ahLst/>
            <a:cxnLst/>
            <a:rect l="l" t="t" r="r" b="b"/>
            <a:pathLst>
              <a:path w="3305175" h="914400">
                <a:moveTo>
                  <a:pt x="76197" y="0"/>
                </a:moveTo>
                <a:lnTo>
                  <a:pt x="3228978" y="0"/>
                </a:lnTo>
                <a:cubicBezTo>
                  <a:pt x="3271060" y="0"/>
                  <a:pt x="3305175" y="34115"/>
                  <a:pt x="3305175" y="76197"/>
                </a:cubicBezTo>
                <a:lnTo>
                  <a:pt x="3305175" y="838203"/>
                </a:lnTo>
                <a:cubicBezTo>
                  <a:pt x="3305175" y="880285"/>
                  <a:pt x="3271060" y="914400"/>
                  <a:pt x="322897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709613" y="2771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0040" y="59338"/>
                </a:moveTo>
                <a:cubicBezTo>
                  <a:pt x="138232" y="58735"/>
                  <a:pt x="136423" y="58166"/>
                  <a:pt x="134615" y="57630"/>
                </a:cubicBezTo>
                <a:cubicBezTo>
                  <a:pt x="134916" y="56391"/>
                  <a:pt x="135184" y="55152"/>
                  <a:pt x="135452" y="53913"/>
                </a:cubicBezTo>
                <a:cubicBezTo>
                  <a:pt x="139571" y="33955"/>
                  <a:pt x="136859" y="17915"/>
                  <a:pt x="127717" y="12624"/>
                </a:cubicBezTo>
                <a:cubicBezTo>
                  <a:pt x="118910" y="7568"/>
                  <a:pt x="104544" y="12825"/>
                  <a:pt x="90011" y="25483"/>
                </a:cubicBezTo>
                <a:cubicBezTo>
                  <a:pt x="88571" y="26722"/>
                  <a:pt x="87165" y="28028"/>
                  <a:pt x="85825" y="29334"/>
                </a:cubicBezTo>
                <a:cubicBezTo>
                  <a:pt x="84921" y="28463"/>
                  <a:pt x="83984" y="27593"/>
                  <a:pt x="83046" y="26756"/>
                </a:cubicBezTo>
                <a:cubicBezTo>
                  <a:pt x="67810" y="13227"/>
                  <a:pt x="52540" y="7534"/>
                  <a:pt x="43398" y="12859"/>
                </a:cubicBezTo>
                <a:cubicBezTo>
                  <a:pt x="34625" y="17949"/>
                  <a:pt x="32013" y="33051"/>
                  <a:pt x="35696" y="51937"/>
                </a:cubicBezTo>
                <a:cubicBezTo>
                  <a:pt x="36065" y="53813"/>
                  <a:pt x="36467" y="55654"/>
                  <a:pt x="36935" y="57530"/>
                </a:cubicBezTo>
                <a:cubicBezTo>
                  <a:pt x="34792" y="58132"/>
                  <a:pt x="32683" y="58802"/>
                  <a:pt x="30707" y="59505"/>
                </a:cubicBezTo>
                <a:cubicBezTo>
                  <a:pt x="12825" y="65700"/>
                  <a:pt x="0" y="75478"/>
                  <a:pt x="0" y="85591"/>
                </a:cubicBezTo>
                <a:cubicBezTo>
                  <a:pt x="0" y="96039"/>
                  <a:pt x="13662" y="106520"/>
                  <a:pt x="32247" y="112882"/>
                </a:cubicBezTo>
                <a:cubicBezTo>
                  <a:pt x="33754" y="113385"/>
                  <a:pt x="35261" y="113887"/>
                  <a:pt x="36801" y="114322"/>
                </a:cubicBezTo>
                <a:cubicBezTo>
                  <a:pt x="36299" y="116332"/>
                  <a:pt x="35864" y="118307"/>
                  <a:pt x="35462" y="120350"/>
                </a:cubicBezTo>
                <a:cubicBezTo>
                  <a:pt x="31946" y="138935"/>
                  <a:pt x="34692" y="153669"/>
                  <a:pt x="43465" y="158725"/>
                </a:cubicBezTo>
                <a:cubicBezTo>
                  <a:pt x="52507" y="163949"/>
                  <a:pt x="67709" y="158591"/>
                  <a:pt x="82510" y="145632"/>
                </a:cubicBezTo>
                <a:cubicBezTo>
                  <a:pt x="83682" y="144594"/>
                  <a:pt x="84854" y="143522"/>
                  <a:pt x="86026" y="142384"/>
                </a:cubicBezTo>
                <a:cubicBezTo>
                  <a:pt x="87500" y="143824"/>
                  <a:pt x="89040" y="145197"/>
                  <a:pt x="90581" y="146536"/>
                </a:cubicBezTo>
                <a:cubicBezTo>
                  <a:pt x="104913" y="158859"/>
                  <a:pt x="119077" y="163849"/>
                  <a:pt x="127817" y="158792"/>
                </a:cubicBezTo>
                <a:cubicBezTo>
                  <a:pt x="136859" y="153568"/>
                  <a:pt x="139805" y="137729"/>
                  <a:pt x="135988" y="118441"/>
                </a:cubicBezTo>
                <a:cubicBezTo>
                  <a:pt x="135687" y="116968"/>
                  <a:pt x="135352" y="115461"/>
                  <a:pt x="134983" y="113920"/>
                </a:cubicBezTo>
                <a:cubicBezTo>
                  <a:pt x="136055" y="113619"/>
                  <a:pt x="137093" y="113284"/>
                  <a:pt x="138131" y="112949"/>
                </a:cubicBezTo>
                <a:cubicBezTo>
                  <a:pt x="157453" y="106553"/>
                  <a:pt x="171450" y="96206"/>
                  <a:pt x="171450" y="85591"/>
                </a:cubicBezTo>
                <a:cubicBezTo>
                  <a:pt x="171450" y="75445"/>
                  <a:pt x="158256" y="65600"/>
                  <a:pt x="140040" y="59338"/>
                </a:cubicBezTo>
                <a:close/>
                <a:moveTo>
                  <a:pt x="94733" y="30908"/>
                </a:moveTo>
                <a:cubicBezTo>
                  <a:pt x="107190" y="20058"/>
                  <a:pt x="118809" y="15806"/>
                  <a:pt x="124100" y="18853"/>
                </a:cubicBezTo>
                <a:cubicBezTo>
                  <a:pt x="129760" y="22101"/>
                  <a:pt x="131936" y="35228"/>
                  <a:pt x="128387" y="52473"/>
                </a:cubicBezTo>
                <a:cubicBezTo>
                  <a:pt x="128152" y="53612"/>
                  <a:pt x="127918" y="54717"/>
                  <a:pt x="127616" y="55822"/>
                </a:cubicBezTo>
                <a:cubicBezTo>
                  <a:pt x="120182" y="54147"/>
                  <a:pt x="112648" y="52942"/>
                  <a:pt x="105080" y="52272"/>
                </a:cubicBezTo>
                <a:cubicBezTo>
                  <a:pt x="100727" y="46044"/>
                  <a:pt x="95972" y="40083"/>
                  <a:pt x="90815" y="34491"/>
                </a:cubicBezTo>
                <a:cubicBezTo>
                  <a:pt x="92121" y="33252"/>
                  <a:pt x="93393" y="32080"/>
                  <a:pt x="94733" y="30908"/>
                </a:cubicBezTo>
                <a:close/>
                <a:moveTo>
                  <a:pt x="55989" y="102970"/>
                </a:moveTo>
                <a:cubicBezTo>
                  <a:pt x="57697" y="105884"/>
                  <a:pt x="59438" y="108797"/>
                  <a:pt x="61280" y="111643"/>
                </a:cubicBezTo>
                <a:cubicBezTo>
                  <a:pt x="56056" y="111074"/>
                  <a:pt x="50866" y="110237"/>
                  <a:pt x="45742" y="109132"/>
                </a:cubicBezTo>
                <a:cubicBezTo>
                  <a:pt x="47216" y="104310"/>
                  <a:pt x="49057" y="99320"/>
                  <a:pt x="51201" y="94231"/>
                </a:cubicBezTo>
                <a:cubicBezTo>
                  <a:pt x="52741" y="97177"/>
                  <a:pt x="54315" y="100091"/>
                  <a:pt x="55989" y="102970"/>
                </a:cubicBezTo>
                <a:close/>
                <a:moveTo>
                  <a:pt x="45843" y="62686"/>
                </a:moveTo>
                <a:cubicBezTo>
                  <a:pt x="50665" y="61615"/>
                  <a:pt x="55788" y="60744"/>
                  <a:pt x="61113" y="60074"/>
                </a:cubicBezTo>
                <a:cubicBezTo>
                  <a:pt x="59338" y="62854"/>
                  <a:pt x="57596" y="65700"/>
                  <a:pt x="55956" y="68580"/>
                </a:cubicBezTo>
                <a:cubicBezTo>
                  <a:pt x="54315" y="71426"/>
                  <a:pt x="52707" y="74340"/>
                  <a:pt x="51201" y="77286"/>
                </a:cubicBezTo>
                <a:cubicBezTo>
                  <a:pt x="49091" y="72297"/>
                  <a:pt x="47316" y="67408"/>
                  <a:pt x="45843" y="62686"/>
                </a:cubicBezTo>
                <a:close/>
                <a:moveTo>
                  <a:pt x="55018" y="85758"/>
                </a:moveTo>
                <a:cubicBezTo>
                  <a:pt x="57228" y="81137"/>
                  <a:pt x="59639" y="76617"/>
                  <a:pt x="62184" y="72163"/>
                </a:cubicBezTo>
                <a:cubicBezTo>
                  <a:pt x="64729" y="67709"/>
                  <a:pt x="67475" y="63390"/>
                  <a:pt x="70355" y="59137"/>
                </a:cubicBezTo>
                <a:cubicBezTo>
                  <a:pt x="75378" y="58769"/>
                  <a:pt x="80501" y="58568"/>
                  <a:pt x="85725" y="58568"/>
                </a:cubicBezTo>
                <a:cubicBezTo>
                  <a:pt x="90949" y="58568"/>
                  <a:pt x="96106" y="58769"/>
                  <a:pt x="101095" y="59137"/>
                </a:cubicBezTo>
                <a:cubicBezTo>
                  <a:pt x="103942" y="63356"/>
                  <a:pt x="106654" y="67676"/>
                  <a:pt x="109232" y="72096"/>
                </a:cubicBezTo>
                <a:cubicBezTo>
                  <a:pt x="111811" y="76516"/>
                  <a:pt x="114222" y="81037"/>
                  <a:pt x="116499" y="85625"/>
                </a:cubicBezTo>
                <a:cubicBezTo>
                  <a:pt x="114255" y="90246"/>
                  <a:pt x="111844" y="94800"/>
                  <a:pt x="109266" y="99287"/>
                </a:cubicBezTo>
                <a:cubicBezTo>
                  <a:pt x="106721" y="103741"/>
                  <a:pt x="104009" y="108060"/>
                  <a:pt x="101162" y="112347"/>
                </a:cubicBezTo>
                <a:cubicBezTo>
                  <a:pt x="96173" y="112715"/>
                  <a:pt x="90982" y="112882"/>
                  <a:pt x="85725" y="112882"/>
                </a:cubicBezTo>
                <a:cubicBezTo>
                  <a:pt x="80468" y="112882"/>
                  <a:pt x="75378" y="112715"/>
                  <a:pt x="70455" y="112414"/>
                </a:cubicBezTo>
                <a:cubicBezTo>
                  <a:pt x="67542" y="108161"/>
                  <a:pt x="64796" y="103808"/>
                  <a:pt x="62218" y="99354"/>
                </a:cubicBezTo>
                <a:cubicBezTo>
                  <a:pt x="59639" y="94900"/>
                  <a:pt x="57262" y="90380"/>
                  <a:pt x="55018" y="85758"/>
                </a:cubicBezTo>
                <a:close/>
                <a:moveTo>
                  <a:pt x="115494" y="102903"/>
                </a:moveTo>
                <a:cubicBezTo>
                  <a:pt x="117202" y="99957"/>
                  <a:pt x="118809" y="96976"/>
                  <a:pt x="120383" y="93963"/>
                </a:cubicBezTo>
                <a:cubicBezTo>
                  <a:pt x="122526" y="98818"/>
                  <a:pt x="124402" y="103741"/>
                  <a:pt x="126043" y="108797"/>
                </a:cubicBezTo>
                <a:cubicBezTo>
                  <a:pt x="120852" y="109969"/>
                  <a:pt x="115595" y="110873"/>
                  <a:pt x="110304" y="111476"/>
                </a:cubicBezTo>
                <a:cubicBezTo>
                  <a:pt x="112112" y="108663"/>
                  <a:pt x="113820" y="105783"/>
                  <a:pt x="115494" y="102903"/>
                </a:cubicBezTo>
                <a:close/>
                <a:moveTo>
                  <a:pt x="120316" y="77286"/>
                </a:moveTo>
                <a:cubicBezTo>
                  <a:pt x="118743" y="74340"/>
                  <a:pt x="117135" y="71393"/>
                  <a:pt x="115461" y="68513"/>
                </a:cubicBezTo>
                <a:cubicBezTo>
                  <a:pt x="113820" y="65667"/>
                  <a:pt x="112112" y="62854"/>
                  <a:pt x="110337" y="60074"/>
                </a:cubicBezTo>
                <a:cubicBezTo>
                  <a:pt x="115729" y="60744"/>
                  <a:pt x="120886" y="61648"/>
                  <a:pt x="125708" y="62753"/>
                </a:cubicBezTo>
                <a:cubicBezTo>
                  <a:pt x="124167" y="67709"/>
                  <a:pt x="122359" y="72531"/>
                  <a:pt x="120316" y="77286"/>
                </a:cubicBezTo>
                <a:close/>
                <a:moveTo>
                  <a:pt x="85792" y="39614"/>
                </a:moveTo>
                <a:cubicBezTo>
                  <a:pt x="89308" y="43432"/>
                  <a:pt x="92623" y="47450"/>
                  <a:pt x="95704" y="51602"/>
                </a:cubicBezTo>
                <a:cubicBezTo>
                  <a:pt x="89074" y="51301"/>
                  <a:pt x="82410" y="51301"/>
                  <a:pt x="75780" y="51602"/>
                </a:cubicBezTo>
                <a:cubicBezTo>
                  <a:pt x="79061" y="47283"/>
                  <a:pt x="82443" y="43264"/>
                  <a:pt x="85792" y="39614"/>
                </a:cubicBezTo>
                <a:close/>
                <a:moveTo>
                  <a:pt x="46948" y="19087"/>
                </a:moveTo>
                <a:cubicBezTo>
                  <a:pt x="52574" y="15806"/>
                  <a:pt x="65064" y="20494"/>
                  <a:pt x="78224" y="32147"/>
                </a:cubicBezTo>
                <a:cubicBezTo>
                  <a:pt x="79061" y="32884"/>
                  <a:pt x="79898" y="33687"/>
                  <a:pt x="80769" y="34491"/>
                </a:cubicBezTo>
                <a:cubicBezTo>
                  <a:pt x="75579" y="40083"/>
                  <a:pt x="70790" y="46044"/>
                  <a:pt x="66403" y="52272"/>
                </a:cubicBezTo>
                <a:cubicBezTo>
                  <a:pt x="58835" y="52942"/>
                  <a:pt x="51335" y="54114"/>
                  <a:pt x="43901" y="55755"/>
                </a:cubicBezTo>
                <a:cubicBezTo>
                  <a:pt x="43465" y="54047"/>
                  <a:pt x="43097" y="52306"/>
                  <a:pt x="42729" y="50564"/>
                </a:cubicBezTo>
                <a:cubicBezTo>
                  <a:pt x="39581" y="34357"/>
                  <a:pt x="41657" y="22134"/>
                  <a:pt x="46948" y="19087"/>
                </a:cubicBezTo>
                <a:close/>
                <a:moveTo>
                  <a:pt x="38744" y="107357"/>
                </a:moveTo>
                <a:cubicBezTo>
                  <a:pt x="37337" y="106955"/>
                  <a:pt x="35964" y="106520"/>
                  <a:pt x="34591" y="106051"/>
                </a:cubicBezTo>
                <a:cubicBezTo>
                  <a:pt x="27459" y="103808"/>
                  <a:pt x="19355" y="100258"/>
                  <a:pt x="13495" y="95603"/>
                </a:cubicBezTo>
                <a:cubicBezTo>
                  <a:pt x="10113" y="93259"/>
                  <a:pt x="7836" y="89643"/>
                  <a:pt x="7200" y="85591"/>
                </a:cubicBezTo>
                <a:cubicBezTo>
                  <a:pt x="7200" y="79463"/>
                  <a:pt x="17781" y="71627"/>
                  <a:pt x="33051" y="66303"/>
                </a:cubicBezTo>
                <a:cubicBezTo>
                  <a:pt x="34960" y="65633"/>
                  <a:pt x="36902" y="65030"/>
                  <a:pt x="38844" y="64461"/>
                </a:cubicBezTo>
                <a:cubicBezTo>
                  <a:pt x="41121" y="71728"/>
                  <a:pt x="43867" y="78860"/>
                  <a:pt x="47048" y="85758"/>
                </a:cubicBezTo>
                <a:cubicBezTo>
                  <a:pt x="43834" y="92757"/>
                  <a:pt x="41054" y="99990"/>
                  <a:pt x="38744" y="107357"/>
                </a:cubicBezTo>
                <a:close/>
                <a:moveTo>
                  <a:pt x="77789" y="140174"/>
                </a:moveTo>
                <a:cubicBezTo>
                  <a:pt x="72263" y="145230"/>
                  <a:pt x="65868" y="149249"/>
                  <a:pt x="58902" y="151994"/>
                </a:cubicBezTo>
                <a:cubicBezTo>
                  <a:pt x="55185" y="153769"/>
                  <a:pt x="50899" y="153937"/>
                  <a:pt x="47082" y="152430"/>
                </a:cubicBezTo>
                <a:cubicBezTo>
                  <a:pt x="41757" y="149349"/>
                  <a:pt x="39547" y="137528"/>
                  <a:pt x="42561" y="121622"/>
                </a:cubicBezTo>
                <a:cubicBezTo>
                  <a:pt x="42929" y="119747"/>
                  <a:pt x="43331" y="117872"/>
                  <a:pt x="43800" y="116030"/>
                </a:cubicBezTo>
                <a:cubicBezTo>
                  <a:pt x="51301" y="117637"/>
                  <a:pt x="58869" y="118743"/>
                  <a:pt x="66537" y="119312"/>
                </a:cubicBezTo>
                <a:cubicBezTo>
                  <a:pt x="70958" y="125574"/>
                  <a:pt x="75813" y="131568"/>
                  <a:pt x="81003" y="137193"/>
                </a:cubicBezTo>
                <a:cubicBezTo>
                  <a:pt x="79932" y="138232"/>
                  <a:pt x="78860" y="139236"/>
                  <a:pt x="77789" y="140174"/>
                </a:cubicBezTo>
                <a:close/>
                <a:moveTo>
                  <a:pt x="85993" y="132037"/>
                </a:moveTo>
                <a:cubicBezTo>
                  <a:pt x="82577" y="128353"/>
                  <a:pt x="79162" y="124268"/>
                  <a:pt x="75847" y="119881"/>
                </a:cubicBezTo>
                <a:cubicBezTo>
                  <a:pt x="79061" y="120015"/>
                  <a:pt x="82376" y="120082"/>
                  <a:pt x="85725" y="120082"/>
                </a:cubicBezTo>
                <a:cubicBezTo>
                  <a:pt x="89174" y="120082"/>
                  <a:pt x="92556" y="120015"/>
                  <a:pt x="95905" y="119848"/>
                </a:cubicBezTo>
                <a:cubicBezTo>
                  <a:pt x="92824" y="124100"/>
                  <a:pt x="89509" y="128152"/>
                  <a:pt x="85993" y="132037"/>
                </a:cubicBezTo>
                <a:close/>
                <a:moveTo>
                  <a:pt x="129760" y="142082"/>
                </a:moveTo>
                <a:cubicBezTo>
                  <a:pt x="129458" y="146168"/>
                  <a:pt x="127449" y="149985"/>
                  <a:pt x="124234" y="152564"/>
                </a:cubicBezTo>
                <a:cubicBezTo>
                  <a:pt x="118910" y="155644"/>
                  <a:pt x="107558" y="151626"/>
                  <a:pt x="95302" y="141111"/>
                </a:cubicBezTo>
                <a:cubicBezTo>
                  <a:pt x="93896" y="139906"/>
                  <a:pt x="92489" y="138600"/>
                  <a:pt x="91049" y="137260"/>
                </a:cubicBezTo>
                <a:cubicBezTo>
                  <a:pt x="96173" y="131601"/>
                  <a:pt x="100894" y="125607"/>
                  <a:pt x="105181" y="119312"/>
                </a:cubicBezTo>
                <a:cubicBezTo>
                  <a:pt x="112849" y="118676"/>
                  <a:pt x="120484" y="117504"/>
                  <a:pt x="128018" y="115796"/>
                </a:cubicBezTo>
                <a:cubicBezTo>
                  <a:pt x="128353" y="117169"/>
                  <a:pt x="128654" y="118542"/>
                  <a:pt x="128922" y="119881"/>
                </a:cubicBezTo>
                <a:cubicBezTo>
                  <a:pt x="130563" y="127114"/>
                  <a:pt x="130831" y="134649"/>
                  <a:pt x="129760" y="142082"/>
                </a:cubicBezTo>
                <a:close/>
                <a:moveTo>
                  <a:pt x="135854" y="106085"/>
                </a:moveTo>
                <a:cubicBezTo>
                  <a:pt x="134916" y="106386"/>
                  <a:pt x="133979" y="106687"/>
                  <a:pt x="133008" y="106955"/>
                </a:cubicBezTo>
                <a:cubicBezTo>
                  <a:pt x="130664" y="99655"/>
                  <a:pt x="127784" y="92523"/>
                  <a:pt x="124469" y="85591"/>
                </a:cubicBezTo>
                <a:cubicBezTo>
                  <a:pt x="127683" y="78760"/>
                  <a:pt x="130396" y="71728"/>
                  <a:pt x="132673" y="64528"/>
                </a:cubicBezTo>
                <a:cubicBezTo>
                  <a:pt x="134414" y="65030"/>
                  <a:pt x="136088" y="65566"/>
                  <a:pt x="137696" y="66102"/>
                </a:cubicBezTo>
                <a:cubicBezTo>
                  <a:pt x="153300" y="71460"/>
                  <a:pt x="164250" y="79430"/>
                  <a:pt x="164250" y="85524"/>
                </a:cubicBezTo>
                <a:cubicBezTo>
                  <a:pt x="164250" y="92087"/>
                  <a:pt x="152564" y="100559"/>
                  <a:pt x="135854" y="106085"/>
                </a:cubicBezTo>
                <a:close/>
                <a:moveTo>
                  <a:pt x="85725" y="101062"/>
                </a:moveTo>
                <a:cubicBezTo>
                  <a:pt x="94190" y="101062"/>
                  <a:pt x="101062" y="94190"/>
                  <a:pt x="101062" y="85725"/>
                </a:cubicBezTo>
                <a:cubicBezTo>
                  <a:pt x="101062" y="77260"/>
                  <a:pt x="94190" y="70388"/>
                  <a:pt x="85725" y="70388"/>
                </a:cubicBezTo>
                <a:cubicBezTo>
                  <a:pt x="77260" y="70388"/>
                  <a:pt x="70388" y="77260"/>
                  <a:pt x="70388" y="85725"/>
                </a:cubicBezTo>
                <a:cubicBezTo>
                  <a:pt x="70388" y="94190"/>
                  <a:pt x="77260" y="101062"/>
                  <a:pt x="85725" y="10106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976312" y="2743200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React.js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0480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dashboard with responsive, component-based architecture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657600"/>
            <a:ext cx="3305175" cy="914400"/>
          </a:xfrm>
          <a:custGeom>
            <a:avLst/>
            <a:gdLst/>
            <a:ahLst/>
            <a:cxnLst/>
            <a:rect l="l" t="t" r="r" b="b"/>
            <a:pathLst>
              <a:path w="3305175" h="914400">
                <a:moveTo>
                  <a:pt x="76197" y="0"/>
                </a:moveTo>
                <a:lnTo>
                  <a:pt x="3228978" y="0"/>
                </a:lnTo>
                <a:cubicBezTo>
                  <a:pt x="3271060" y="0"/>
                  <a:pt x="3305175" y="34115"/>
                  <a:pt x="3305175" y="76197"/>
                </a:cubicBezTo>
                <a:lnTo>
                  <a:pt x="3305175" y="838203"/>
                </a:lnTo>
                <a:cubicBezTo>
                  <a:pt x="3305175" y="880285"/>
                  <a:pt x="3271060" y="914400"/>
                  <a:pt x="322897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98897" y="3800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810" y="85022"/>
                </a:moveTo>
                <a:cubicBezTo>
                  <a:pt x="143681" y="85022"/>
                  <a:pt x="146334" y="86554"/>
                  <a:pt x="147770" y="89040"/>
                </a:cubicBezTo>
                <a:cubicBezTo>
                  <a:pt x="149206" y="91527"/>
                  <a:pt x="149206" y="94590"/>
                  <a:pt x="147770" y="97077"/>
                </a:cubicBezTo>
                <a:cubicBezTo>
                  <a:pt x="146334" y="99563"/>
                  <a:pt x="143681" y="101095"/>
                  <a:pt x="140810" y="101095"/>
                </a:cubicBezTo>
                <a:cubicBezTo>
                  <a:pt x="136374" y="101095"/>
                  <a:pt x="132773" y="97494"/>
                  <a:pt x="132773" y="93059"/>
                </a:cubicBezTo>
                <a:cubicBezTo>
                  <a:pt x="132773" y="88623"/>
                  <a:pt x="136374" y="85022"/>
                  <a:pt x="140810" y="85022"/>
                </a:cubicBezTo>
                <a:close/>
                <a:moveTo>
                  <a:pt x="52038" y="85022"/>
                </a:moveTo>
                <a:cubicBezTo>
                  <a:pt x="54909" y="85022"/>
                  <a:pt x="57562" y="86554"/>
                  <a:pt x="58998" y="89040"/>
                </a:cubicBezTo>
                <a:cubicBezTo>
                  <a:pt x="60433" y="91527"/>
                  <a:pt x="60433" y="94590"/>
                  <a:pt x="58998" y="97077"/>
                </a:cubicBezTo>
                <a:cubicBezTo>
                  <a:pt x="57562" y="99563"/>
                  <a:pt x="54909" y="101095"/>
                  <a:pt x="52038" y="101095"/>
                </a:cubicBezTo>
                <a:cubicBezTo>
                  <a:pt x="47602" y="101095"/>
                  <a:pt x="44001" y="97494"/>
                  <a:pt x="44001" y="93059"/>
                </a:cubicBezTo>
                <a:cubicBezTo>
                  <a:pt x="44001" y="88623"/>
                  <a:pt x="47602" y="85022"/>
                  <a:pt x="52038" y="85022"/>
                </a:cubicBezTo>
                <a:close/>
                <a:moveTo>
                  <a:pt x="143690" y="52707"/>
                </a:moveTo>
                <a:lnTo>
                  <a:pt x="159730" y="24914"/>
                </a:lnTo>
                <a:cubicBezTo>
                  <a:pt x="159998" y="24545"/>
                  <a:pt x="160165" y="24110"/>
                  <a:pt x="160232" y="23641"/>
                </a:cubicBezTo>
                <a:cubicBezTo>
                  <a:pt x="160299" y="23173"/>
                  <a:pt x="160299" y="22737"/>
                  <a:pt x="160199" y="22268"/>
                </a:cubicBezTo>
                <a:cubicBezTo>
                  <a:pt x="160098" y="21800"/>
                  <a:pt x="159897" y="21398"/>
                  <a:pt x="159629" y="21029"/>
                </a:cubicBezTo>
                <a:cubicBezTo>
                  <a:pt x="159361" y="20661"/>
                  <a:pt x="159027" y="20360"/>
                  <a:pt x="158625" y="20125"/>
                </a:cubicBezTo>
                <a:cubicBezTo>
                  <a:pt x="158223" y="19891"/>
                  <a:pt x="157788" y="19757"/>
                  <a:pt x="157319" y="19690"/>
                </a:cubicBezTo>
                <a:cubicBezTo>
                  <a:pt x="156850" y="19623"/>
                  <a:pt x="156415" y="19690"/>
                  <a:pt x="155979" y="19824"/>
                </a:cubicBezTo>
                <a:cubicBezTo>
                  <a:pt x="155544" y="19958"/>
                  <a:pt x="155142" y="20192"/>
                  <a:pt x="154774" y="20460"/>
                </a:cubicBezTo>
                <a:cubicBezTo>
                  <a:pt x="154405" y="20728"/>
                  <a:pt x="154138" y="21130"/>
                  <a:pt x="153937" y="21532"/>
                </a:cubicBezTo>
                <a:lnTo>
                  <a:pt x="137696" y="49694"/>
                </a:lnTo>
                <a:cubicBezTo>
                  <a:pt x="124703" y="43867"/>
                  <a:pt x="110639" y="40853"/>
                  <a:pt x="96407" y="40853"/>
                </a:cubicBezTo>
                <a:cubicBezTo>
                  <a:pt x="82175" y="40853"/>
                  <a:pt x="68111" y="43867"/>
                  <a:pt x="55118" y="49694"/>
                </a:cubicBezTo>
                <a:lnTo>
                  <a:pt x="38911" y="21565"/>
                </a:lnTo>
                <a:cubicBezTo>
                  <a:pt x="38710" y="21163"/>
                  <a:pt x="38409" y="20795"/>
                  <a:pt x="38074" y="20494"/>
                </a:cubicBezTo>
                <a:cubicBezTo>
                  <a:pt x="37739" y="20192"/>
                  <a:pt x="37304" y="19991"/>
                  <a:pt x="36868" y="19857"/>
                </a:cubicBezTo>
                <a:cubicBezTo>
                  <a:pt x="36433" y="19723"/>
                  <a:pt x="35964" y="19690"/>
                  <a:pt x="35529" y="19723"/>
                </a:cubicBezTo>
                <a:cubicBezTo>
                  <a:pt x="35094" y="19757"/>
                  <a:pt x="34625" y="19924"/>
                  <a:pt x="34223" y="20159"/>
                </a:cubicBezTo>
                <a:cubicBezTo>
                  <a:pt x="33821" y="20393"/>
                  <a:pt x="33486" y="20695"/>
                  <a:pt x="33218" y="21063"/>
                </a:cubicBezTo>
                <a:cubicBezTo>
                  <a:pt x="32951" y="21431"/>
                  <a:pt x="32750" y="21867"/>
                  <a:pt x="32649" y="22302"/>
                </a:cubicBezTo>
                <a:cubicBezTo>
                  <a:pt x="32549" y="22737"/>
                  <a:pt x="32549" y="23206"/>
                  <a:pt x="32616" y="23675"/>
                </a:cubicBezTo>
                <a:cubicBezTo>
                  <a:pt x="32683" y="24144"/>
                  <a:pt x="32884" y="24545"/>
                  <a:pt x="33118" y="24947"/>
                </a:cubicBezTo>
                <a:lnTo>
                  <a:pt x="49158" y="52741"/>
                </a:lnTo>
                <a:cubicBezTo>
                  <a:pt x="21599" y="67709"/>
                  <a:pt x="2746" y="95603"/>
                  <a:pt x="0" y="128588"/>
                </a:cubicBezTo>
                <a:lnTo>
                  <a:pt x="192881" y="128588"/>
                </a:lnTo>
                <a:cubicBezTo>
                  <a:pt x="190135" y="95603"/>
                  <a:pt x="171283" y="67709"/>
                  <a:pt x="143690" y="52707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" y="37719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Kotlin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0767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Android companion with device admin capabilities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4460" y="1828800"/>
            <a:ext cx="3686175" cy="3771900"/>
          </a:xfrm>
          <a:custGeom>
            <a:avLst/>
            <a:gdLst/>
            <a:ahLst/>
            <a:cxnLst/>
            <a:rect l="l" t="t" r="r" b="b"/>
            <a:pathLst>
              <a:path w="3686175" h="37719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619514"/>
                </a:lnTo>
                <a:cubicBezTo>
                  <a:pt x="3686175" y="3703674"/>
                  <a:pt x="3617949" y="3771900"/>
                  <a:pt x="3533789" y="3771900"/>
                </a:cubicBezTo>
                <a:lnTo>
                  <a:pt x="152386" y="3771900"/>
                </a:lnTo>
                <a:cubicBezTo>
                  <a:pt x="68226" y="3771900"/>
                  <a:pt x="0" y="3703674"/>
                  <a:pt x="0" y="36195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4496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90217" y="2152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16461" y="21145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44960" y="2628900"/>
            <a:ext cx="3305175" cy="1333500"/>
          </a:xfrm>
          <a:custGeom>
            <a:avLst/>
            <a:gdLst/>
            <a:ahLst/>
            <a:cxnLst/>
            <a:rect l="l" t="t" r="r" b="b"/>
            <a:pathLst>
              <a:path w="3305175" h="1333500">
                <a:moveTo>
                  <a:pt x="76196" y="0"/>
                </a:moveTo>
                <a:lnTo>
                  <a:pt x="3228979" y="0"/>
                </a:lnTo>
                <a:cubicBezTo>
                  <a:pt x="3271061" y="0"/>
                  <a:pt x="3305175" y="34114"/>
                  <a:pt x="3305175" y="76196"/>
                </a:cubicBezTo>
                <a:lnTo>
                  <a:pt x="3305175" y="1257304"/>
                </a:lnTo>
                <a:cubicBezTo>
                  <a:pt x="3305175" y="1299386"/>
                  <a:pt x="3271061" y="1333500"/>
                  <a:pt x="3228979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4593788" y="2771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3746" y="-8840"/>
                </a:moveTo>
                <a:cubicBezTo>
                  <a:pt x="56860" y="-11452"/>
                  <a:pt x="61447" y="-11352"/>
                  <a:pt x="64428" y="-8539"/>
                </a:cubicBezTo>
                <a:cubicBezTo>
                  <a:pt x="68547" y="-4655"/>
                  <a:pt x="72230" y="-368"/>
                  <a:pt x="75780" y="3985"/>
                </a:cubicBezTo>
                <a:cubicBezTo>
                  <a:pt x="80300" y="9510"/>
                  <a:pt x="85725" y="16810"/>
                  <a:pt x="90949" y="25483"/>
                </a:cubicBezTo>
                <a:cubicBezTo>
                  <a:pt x="92690" y="23206"/>
                  <a:pt x="94298" y="21197"/>
                  <a:pt x="95704" y="19489"/>
                </a:cubicBezTo>
                <a:cubicBezTo>
                  <a:pt x="96072" y="19054"/>
                  <a:pt x="96441" y="18585"/>
                  <a:pt x="96809" y="18116"/>
                </a:cubicBezTo>
                <a:cubicBezTo>
                  <a:pt x="99454" y="14834"/>
                  <a:pt x="102736" y="10716"/>
                  <a:pt x="107123" y="10716"/>
                </a:cubicBezTo>
                <a:cubicBezTo>
                  <a:pt x="111610" y="10716"/>
                  <a:pt x="114758" y="14700"/>
                  <a:pt x="117437" y="18116"/>
                </a:cubicBezTo>
                <a:cubicBezTo>
                  <a:pt x="117872" y="18685"/>
                  <a:pt x="118307" y="19221"/>
                  <a:pt x="118743" y="19723"/>
                </a:cubicBezTo>
                <a:cubicBezTo>
                  <a:pt x="122192" y="23876"/>
                  <a:pt x="126779" y="29870"/>
                  <a:pt x="131367" y="37270"/>
                </a:cubicBezTo>
                <a:cubicBezTo>
                  <a:pt x="140475" y="51971"/>
                  <a:pt x="149985" y="72900"/>
                  <a:pt x="149985" y="96407"/>
                </a:cubicBezTo>
                <a:cubicBezTo>
                  <a:pt x="149985" y="137830"/>
                  <a:pt x="116398" y="171417"/>
                  <a:pt x="74976" y="171417"/>
                </a:cubicBezTo>
                <a:cubicBezTo>
                  <a:pt x="33553" y="171417"/>
                  <a:pt x="0" y="137863"/>
                  <a:pt x="0" y="96441"/>
                </a:cubicBezTo>
                <a:cubicBezTo>
                  <a:pt x="0" y="65935"/>
                  <a:pt x="13763" y="39514"/>
                  <a:pt x="26956" y="21096"/>
                </a:cubicBezTo>
                <a:cubicBezTo>
                  <a:pt x="33620" y="11821"/>
                  <a:pt x="40251" y="4387"/>
                  <a:pt x="45240" y="-703"/>
                </a:cubicBezTo>
                <a:cubicBezTo>
                  <a:pt x="47986" y="-3516"/>
                  <a:pt x="50765" y="-6295"/>
                  <a:pt x="53779" y="-8807"/>
                </a:cubicBezTo>
                <a:close/>
                <a:moveTo>
                  <a:pt x="75579" y="139303"/>
                </a:moveTo>
                <a:cubicBezTo>
                  <a:pt x="84051" y="139303"/>
                  <a:pt x="91552" y="136959"/>
                  <a:pt x="98617" y="132271"/>
                </a:cubicBezTo>
                <a:cubicBezTo>
                  <a:pt x="112715" y="122426"/>
                  <a:pt x="116499" y="102736"/>
                  <a:pt x="108027" y="87265"/>
                </a:cubicBezTo>
                <a:cubicBezTo>
                  <a:pt x="106520" y="84252"/>
                  <a:pt x="102669" y="84051"/>
                  <a:pt x="100492" y="86596"/>
                </a:cubicBezTo>
                <a:lnTo>
                  <a:pt x="92054" y="96407"/>
                </a:lnTo>
                <a:cubicBezTo>
                  <a:pt x="89844" y="98952"/>
                  <a:pt x="85859" y="98885"/>
                  <a:pt x="83783" y="96240"/>
                </a:cubicBezTo>
                <a:cubicBezTo>
                  <a:pt x="77990" y="88839"/>
                  <a:pt x="67341" y="75344"/>
                  <a:pt x="61916" y="68446"/>
                </a:cubicBezTo>
                <a:cubicBezTo>
                  <a:pt x="60108" y="66135"/>
                  <a:pt x="56826" y="65767"/>
                  <a:pt x="54717" y="67810"/>
                </a:cubicBezTo>
                <a:cubicBezTo>
                  <a:pt x="48589" y="73770"/>
                  <a:pt x="37471" y="86830"/>
                  <a:pt x="37471" y="102736"/>
                </a:cubicBezTo>
                <a:cubicBezTo>
                  <a:pt x="37471" y="125708"/>
                  <a:pt x="54415" y="139303"/>
                  <a:pt x="75545" y="139303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9773" y="27432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Firebase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59260" y="30480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backend-as-a-service platform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80692" y="332994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00013" y="45943"/>
                </a:moveTo>
                <a:cubicBezTo>
                  <a:pt x="96709" y="48131"/>
                  <a:pt x="92913" y="49895"/>
                  <a:pt x="88962" y="51301"/>
                </a:cubicBezTo>
                <a:cubicBezTo>
                  <a:pt x="78470" y="55052"/>
                  <a:pt x="64696" y="57150"/>
                  <a:pt x="50006" y="57150"/>
                </a:cubicBezTo>
                <a:cubicBezTo>
                  <a:pt x="35317" y="57150"/>
                  <a:pt x="21521" y="55029"/>
                  <a:pt x="11050" y="51301"/>
                </a:cubicBezTo>
                <a:cubicBezTo>
                  <a:pt x="7121" y="49895"/>
                  <a:pt x="3304" y="48131"/>
                  <a:pt x="0" y="45943"/>
                </a:cubicBezTo>
                <a:lnTo>
                  <a:pt x="0" y="64294"/>
                </a:lnTo>
                <a:cubicBezTo>
                  <a:pt x="0" y="74161"/>
                  <a:pt x="22391" y="82153"/>
                  <a:pt x="50006" y="82153"/>
                </a:cubicBezTo>
                <a:cubicBezTo>
                  <a:pt x="77621" y="82153"/>
                  <a:pt x="100013" y="74161"/>
                  <a:pt x="100013" y="64294"/>
                </a:cubicBezTo>
                <a:lnTo>
                  <a:pt x="100013" y="45943"/>
                </a:lnTo>
                <a:close/>
                <a:moveTo>
                  <a:pt x="100013" y="28575"/>
                </a:moveTo>
                <a:lnTo>
                  <a:pt x="100013" y="17859"/>
                </a:lnTo>
                <a:cubicBezTo>
                  <a:pt x="100013" y="7992"/>
                  <a:pt x="77621" y="0"/>
                  <a:pt x="50006" y="0"/>
                </a:cubicBezTo>
                <a:cubicBezTo>
                  <a:pt x="22391" y="0"/>
                  <a:pt x="0" y="7992"/>
                  <a:pt x="0" y="17859"/>
                </a:cubicBezTo>
                <a:lnTo>
                  <a:pt x="0" y="28575"/>
                </a:lnTo>
                <a:cubicBezTo>
                  <a:pt x="0" y="38442"/>
                  <a:pt x="22391" y="46434"/>
                  <a:pt x="50006" y="46434"/>
                </a:cubicBezTo>
                <a:cubicBezTo>
                  <a:pt x="77621" y="46434"/>
                  <a:pt x="100013" y="38442"/>
                  <a:pt x="100013" y="28575"/>
                </a:cubicBezTo>
                <a:close/>
                <a:moveTo>
                  <a:pt x="88962" y="87020"/>
                </a:moveTo>
                <a:cubicBezTo>
                  <a:pt x="78492" y="90748"/>
                  <a:pt x="64718" y="92869"/>
                  <a:pt x="50006" y="92869"/>
                </a:cubicBezTo>
                <a:cubicBezTo>
                  <a:pt x="35295" y="92869"/>
                  <a:pt x="21521" y="90748"/>
                  <a:pt x="11050" y="87020"/>
                </a:cubicBezTo>
                <a:cubicBezTo>
                  <a:pt x="7121" y="85613"/>
                  <a:pt x="3304" y="83850"/>
                  <a:pt x="0" y="81662"/>
                </a:cubicBezTo>
                <a:lnTo>
                  <a:pt x="0" y="96441"/>
                </a:lnTo>
                <a:cubicBezTo>
                  <a:pt x="0" y="106308"/>
                  <a:pt x="22391" y="114300"/>
                  <a:pt x="50006" y="114300"/>
                </a:cubicBezTo>
                <a:cubicBezTo>
                  <a:pt x="77621" y="114300"/>
                  <a:pt x="100013" y="106308"/>
                  <a:pt x="100013" y="96441"/>
                </a:cubicBezTo>
                <a:lnTo>
                  <a:pt x="100013" y="81662"/>
                </a:lnTo>
                <a:cubicBezTo>
                  <a:pt x="96709" y="83850"/>
                  <a:pt x="92913" y="85613"/>
                  <a:pt x="88962" y="8702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6" name="Text 24"/>
          <p:cNvSpPr/>
          <p:nvPr/>
        </p:nvSpPr>
        <p:spPr>
          <a:xfrm>
            <a:off x="4730710" y="3314700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Firestore (Real-time DB)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66404" y="352032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0" y="75009"/>
                </a:moveTo>
                <a:cubicBezTo>
                  <a:pt x="0" y="92757"/>
                  <a:pt x="14399" y="107156"/>
                  <a:pt x="32147" y="107156"/>
                </a:cubicBezTo>
                <a:lnTo>
                  <a:pt x="100013" y="107156"/>
                </a:lnTo>
                <a:cubicBezTo>
                  <a:pt x="115796" y="107156"/>
                  <a:pt x="128588" y="94364"/>
                  <a:pt x="128588" y="78581"/>
                </a:cubicBezTo>
                <a:cubicBezTo>
                  <a:pt x="128588" y="67062"/>
                  <a:pt x="121779" y="57128"/>
                  <a:pt x="111956" y="52618"/>
                </a:cubicBezTo>
                <a:cubicBezTo>
                  <a:pt x="113452" y="49694"/>
                  <a:pt x="114300" y="46367"/>
                  <a:pt x="114300" y="42863"/>
                </a:cubicBezTo>
                <a:cubicBezTo>
                  <a:pt x="114300" y="31031"/>
                  <a:pt x="104701" y="21431"/>
                  <a:pt x="92869" y="21431"/>
                </a:cubicBezTo>
                <a:cubicBezTo>
                  <a:pt x="88917" y="21431"/>
                  <a:pt x="85234" y="22503"/>
                  <a:pt x="82064" y="24356"/>
                </a:cubicBezTo>
                <a:cubicBezTo>
                  <a:pt x="76684" y="14131"/>
                  <a:pt x="65946" y="7144"/>
                  <a:pt x="53578" y="7144"/>
                </a:cubicBezTo>
                <a:cubicBezTo>
                  <a:pt x="35830" y="7144"/>
                  <a:pt x="21431" y="21543"/>
                  <a:pt x="21431" y="39291"/>
                </a:cubicBezTo>
                <a:cubicBezTo>
                  <a:pt x="21431" y="41077"/>
                  <a:pt x="21588" y="42840"/>
                  <a:pt x="21855" y="44537"/>
                </a:cubicBezTo>
                <a:cubicBezTo>
                  <a:pt x="9153" y="48823"/>
                  <a:pt x="0" y="60856"/>
                  <a:pt x="0" y="75009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8" name="Text 26"/>
          <p:cNvSpPr/>
          <p:nvPr/>
        </p:nvSpPr>
        <p:spPr>
          <a:xfrm>
            <a:off x="4730710" y="3505084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Functions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87835" y="3710704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28575" y="21431"/>
                </a:moveTo>
                <a:lnTo>
                  <a:pt x="28575" y="35719"/>
                </a:lnTo>
                <a:lnTo>
                  <a:pt x="57150" y="35719"/>
                </a:lnTo>
                <a:lnTo>
                  <a:pt x="57150" y="21431"/>
                </a:lnTo>
                <a:cubicBezTo>
                  <a:pt x="57150" y="13551"/>
                  <a:pt x="50743" y="7144"/>
                  <a:pt x="42863" y="7144"/>
                </a:cubicBezTo>
                <a:cubicBezTo>
                  <a:pt x="34982" y="7144"/>
                  <a:pt x="28575" y="13551"/>
                  <a:pt x="28575" y="21431"/>
                </a:cubicBezTo>
                <a:close/>
                <a:moveTo>
                  <a:pt x="14288" y="35719"/>
                </a:moveTo>
                <a:lnTo>
                  <a:pt x="14288" y="21431"/>
                </a:lnTo>
                <a:cubicBezTo>
                  <a:pt x="14288" y="5648"/>
                  <a:pt x="27079" y="-7144"/>
                  <a:pt x="42863" y="-7144"/>
                </a:cubicBezTo>
                <a:cubicBezTo>
                  <a:pt x="58646" y="-7144"/>
                  <a:pt x="71438" y="5648"/>
                  <a:pt x="71438" y="21431"/>
                </a:cubicBezTo>
                <a:lnTo>
                  <a:pt x="71438" y="35719"/>
                </a:lnTo>
                <a:cubicBezTo>
                  <a:pt x="79318" y="35719"/>
                  <a:pt x="85725" y="42126"/>
                  <a:pt x="85725" y="50006"/>
                </a:cubicBezTo>
                <a:lnTo>
                  <a:pt x="85725" y="100013"/>
                </a:lnTo>
                <a:cubicBezTo>
                  <a:pt x="85725" y="107893"/>
                  <a:pt x="79318" y="114300"/>
                  <a:pt x="71438" y="114300"/>
                </a:cubicBezTo>
                <a:lnTo>
                  <a:pt x="14288" y="114300"/>
                </a:lnTo>
                <a:cubicBezTo>
                  <a:pt x="6407" y="114300"/>
                  <a:pt x="0" y="107893"/>
                  <a:pt x="0" y="100013"/>
                </a:cubicBezTo>
                <a:lnTo>
                  <a:pt x="0" y="50006"/>
                </a:lnTo>
                <a:cubicBezTo>
                  <a:pt x="0" y="42126"/>
                  <a:pt x="6407" y="35719"/>
                  <a:pt x="14288" y="35719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0" name="Text 28"/>
          <p:cNvSpPr/>
          <p:nvPr/>
        </p:nvSpPr>
        <p:spPr>
          <a:xfrm>
            <a:off x="4730710" y="3695463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7921" y="1828800"/>
            <a:ext cx="3686175" cy="3771900"/>
          </a:xfrm>
          <a:custGeom>
            <a:avLst/>
            <a:gdLst/>
            <a:ahLst/>
            <a:cxnLst/>
            <a:rect l="l" t="t" r="r" b="b"/>
            <a:pathLst>
              <a:path w="3686175" h="37719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619514"/>
                </a:lnTo>
                <a:cubicBezTo>
                  <a:pt x="3686175" y="3703674"/>
                  <a:pt x="3617949" y="3771900"/>
                  <a:pt x="3533789" y="3771900"/>
                </a:cubicBezTo>
                <a:lnTo>
                  <a:pt x="152386" y="3771900"/>
                </a:lnTo>
                <a:cubicBezTo>
                  <a:pt x="68226" y="3771900"/>
                  <a:pt x="0" y="3703674"/>
                  <a:pt x="0" y="36195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18421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451771" y="2152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889921" y="211455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18421" y="2628900"/>
            <a:ext cx="3305175" cy="1333500"/>
          </a:xfrm>
          <a:custGeom>
            <a:avLst/>
            <a:gdLst/>
            <a:ahLst/>
            <a:cxnLst/>
            <a:rect l="l" t="t" r="r" b="b"/>
            <a:pathLst>
              <a:path w="3305175" h="1333500">
                <a:moveTo>
                  <a:pt x="76196" y="0"/>
                </a:moveTo>
                <a:lnTo>
                  <a:pt x="3228979" y="0"/>
                </a:lnTo>
                <a:cubicBezTo>
                  <a:pt x="3271061" y="0"/>
                  <a:pt x="3305175" y="34114"/>
                  <a:pt x="3305175" y="76196"/>
                </a:cubicBezTo>
                <a:lnTo>
                  <a:pt x="3305175" y="1257304"/>
                </a:lnTo>
                <a:cubicBezTo>
                  <a:pt x="3305175" y="1299386"/>
                  <a:pt x="3271061" y="1333500"/>
                  <a:pt x="3228979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6" name="Shape 34"/>
          <p:cNvSpPr/>
          <p:nvPr/>
        </p:nvSpPr>
        <p:spPr>
          <a:xfrm>
            <a:off x="8435102" y="2771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723233" y="27432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Gemini API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32721" y="30480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LLM integration for intelligent features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61296" y="3329941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14288"/>
                </a:moveTo>
                <a:cubicBezTo>
                  <a:pt x="0" y="6407"/>
                  <a:pt x="6407" y="0"/>
                  <a:pt x="14288" y="0"/>
                </a:cubicBezTo>
                <a:lnTo>
                  <a:pt x="47662" y="0"/>
                </a:lnTo>
                <a:cubicBezTo>
                  <a:pt x="51457" y="0"/>
                  <a:pt x="55096" y="1496"/>
                  <a:pt x="57775" y="4175"/>
                </a:cubicBezTo>
                <a:lnTo>
                  <a:pt x="81550" y="27972"/>
                </a:lnTo>
                <a:cubicBezTo>
                  <a:pt x="84229" y="30651"/>
                  <a:pt x="85725" y="34290"/>
                  <a:pt x="85725" y="38085"/>
                </a:cubicBezTo>
                <a:lnTo>
                  <a:pt x="85725" y="100013"/>
                </a:lnTo>
                <a:cubicBezTo>
                  <a:pt x="85725" y="107893"/>
                  <a:pt x="79318" y="114300"/>
                  <a:pt x="71438" y="114300"/>
                </a:cubicBezTo>
                <a:lnTo>
                  <a:pt x="14288" y="114300"/>
                </a:lnTo>
                <a:cubicBezTo>
                  <a:pt x="6407" y="114300"/>
                  <a:pt x="0" y="107893"/>
                  <a:pt x="0" y="100013"/>
                </a:cubicBezTo>
                <a:lnTo>
                  <a:pt x="0" y="14288"/>
                </a:lnTo>
                <a:close/>
                <a:moveTo>
                  <a:pt x="46434" y="13060"/>
                </a:moveTo>
                <a:lnTo>
                  <a:pt x="46434" y="33933"/>
                </a:lnTo>
                <a:cubicBezTo>
                  <a:pt x="46434" y="36902"/>
                  <a:pt x="48823" y="39291"/>
                  <a:pt x="51792" y="39291"/>
                </a:cubicBezTo>
                <a:lnTo>
                  <a:pt x="72665" y="39291"/>
                </a:lnTo>
                <a:lnTo>
                  <a:pt x="46434" y="13060"/>
                </a:lnTo>
                <a:close/>
                <a:moveTo>
                  <a:pt x="26789" y="57150"/>
                </a:moveTo>
                <a:cubicBezTo>
                  <a:pt x="23820" y="57150"/>
                  <a:pt x="21431" y="59539"/>
                  <a:pt x="21431" y="62508"/>
                </a:cubicBezTo>
                <a:cubicBezTo>
                  <a:pt x="21431" y="65477"/>
                  <a:pt x="23820" y="67866"/>
                  <a:pt x="26789" y="67866"/>
                </a:cubicBezTo>
                <a:lnTo>
                  <a:pt x="58936" y="67866"/>
                </a:lnTo>
                <a:cubicBezTo>
                  <a:pt x="61905" y="67866"/>
                  <a:pt x="64294" y="65477"/>
                  <a:pt x="64294" y="62508"/>
                </a:cubicBezTo>
                <a:cubicBezTo>
                  <a:pt x="64294" y="59539"/>
                  <a:pt x="61905" y="57150"/>
                  <a:pt x="58936" y="57150"/>
                </a:cubicBezTo>
                <a:lnTo>
                  <a:pt x="26789" y="57150"/>
                </a:lnTo>
                <a:close/>
                <a:moveTo>
                  <a:pt x="26789" y="78581"/>
                </a:moveTo>
                <a:cubicBezTo>
                  <a:pt x="23820" y="78581"/>
                  <a:pt x="21431" y="80970"/>
                  <a:pt x="21431" y="83939"/>
                </a:cubicBezTo>
                <a:cubicBezTo>
                  <a:pt x="21431" y="86908"/>
                  <a:pt x="23820" y="89297"/>
                  <a:pt x="26789" y="89297"/>
                </a:cubicBezTo>
                <a:lnTo>
                  <a:pt x="58936" y="89297"/>
                </a:lnTo>
                <a:cubicBezTo>
                  <a:pt x="61905" y="89297"/>
                  <a:pt x="64294" y="86908"/>
                  <a:pt x="64294" y="83939"/>
                </a:cubicBezTo>
                <a:cubicBezTo>
                  <a:pt x="64294" y="80970"/>
                  <a:pt x="61905" y="78581"/>
                  <a:pt x="58936" y="78581"/>
                </a:cubicBezTo>
                <a:lnTo>
                  <a:pt x="26789" y="78581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0" name="Text 38"/>
          <p:cNvSpPr/>
          <p:nvPr/>
        </p:nvSpPr>
        <p:spPr>
          <a:xfrm>
            <a:off x="8604171" y="3314700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Parsing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61296" y="352032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42863" y="0"/>
                </a:moveTo>
                <a:cubicBezTo>
                  <a:pt x="31031" y="0"/>
                  <a:pt x="21431" y="9599"/>
                  <a:pt x="21431" y="21431"/>
                </a:cubicBezTo>
                <a:lnTo>
                  <a:pt x="21431" y="50006"/>
                </a:lnTo>
                <a:cubicBezTo>
                  <a:pt x="21431" y="61838"/>
                  <a:pt x="31031" y="71438"/>
                  <a:pt x="42863" y="71438"/>
                </a:cubicBezTo>
                <a:cubicBezTo>
                  <a:pt x="54694" y="71438"/>
                  <a:pt x="64294" y="61838"/>
                  <a:pt x="64294" y="50006"/>
                </a:cubicBezTo>
                <a:lnTo>
                  <a:pt x="64294" y="21431"/>
                </a:lnTo>
                <a:cubicBezTo>
                  <a:pt x="64294" y="9599"/>
                  <a:pt x="54694" y="0"/>
                  <a:pt x="42863" y="0"/>
                </a:cubicBezTo>
                <a:close/>
                <a:moveTo>
                  <a:pt x="10716" y="41077"/>
                </a:moveTo>
                <a:cubicBezTo>
                  <a:pt x="10716" y="38107"/>
                  <a:pt x="8327" y="35719"/>
                  <a:pt x="5358" y="35719"/>
                </a:cubicBezTo>
                <a:cubicBezTo>
                  <a:pt x="2389" y="35719"/>
                  <a:pt x="0" y="38107"/>
                  <a:pt x="0" y="41077"/>
                </a:cubicBezTo>
                <a:lnTo>
                  <a:pt x="0" y="50006"/>
                </a:lnTo>
                <a:cubicBezTo>
                  <a:pt x="0" y="71862"/>
                  <a:pt x="16364" y="89900"/>
                  <a:pt x="37505" y="92534"/>
                </a:cubicBezTo>
                <a:lnTo>
                  <a:pt x="37505" y="103584"/>
                </a:lnTo>
                <a:lnTo>
                  <a:pt x="26789" y="103584"/>
                </a:lnTo>
                <a:cubicBezTo>
                  <a:pt x="23820" y="103584"/>
                  <a:pt x="21431" y="105973"/>
                  <a:pt x="21431" y="108942"/>
                </a:cubicBezTo>
                <a:cubicBezTo>
                  <a:pt x="21431" y="111911"/>
                  <a:pt x="23820" y="114300"/>
                  <a:pt x="26789" y="114300"/>
                </a:cubicBezTo>
                <a:lnTo>
                  <a:pt x="58936" y="114300"/>
                </a:lnTo>
                <a:cubicBezTo>
                  <a:pt x="61905" y="114300"/>
                  <a:pt x="64294" y="111911"/>
                  <a:pt x="64294" y="108942"/>
                </a:cubicBezTo>
                <a:cubicBezTo>
                  <a:pt x="64294" y="105973"/>
                  <a:pt x="61905" y="103584"/>
                  <a:pt x="58936" y="103584"/>
                </a:cubicBezTo>
                <a:lnTo>
                  <a:pt x="48220" y="103584"/>
                </a:lnTo>
                <a:lnTo>
                  <a:pt x="48220" y="92534"/>
                </a:lnTo>
                <a:cubicBezTo>
                  <a:pt x="69361" y="89900"/>
                  <a:pt x="85725" y="71862"/>
                  <a:pt x="85725" y="50006"/>
                </a:cubicBezTo>
                <a:lnTo>
                  <a:pt x="85725" y="41077"/>
                </a:lnTo>
                <a:cubicBezTo>
                  <a:pt x="85725" y="38107"/>
                  <a:pt x="83336" y="35719"/>
                  <a:pt x="80367" y="35719"/>
                </a:cubicBezTo>
                <a:cubicBezTo>
                  <a:pt x="77398" y="35719"/>
                  <a:pt x="75009" y="38107"/>
                  <a:pt x="75009" y="41077"/>
                </a:cubicBezTo>
                <a:lnTo>
                  <a:pt x="75009" y="50006"/>
                </a:lnTo>
                <a:cubicBezTo>
                  <a:pt x="75009" y="67754"/>
                  <a:pt x="60610" y="82153"/>
                  <a:pt x="42863" y="82153"/>
                </a:cubicBezTo>
                <a:cubicBezTo>
                  <a:pt x="25115" y="82153"/>
                  <a:pt x="10716" y="67754"/>
                  <a:pt x="10716" y="50006"/>
                </a:cubicBezTo>
                <a:lnTo>
                  <a:pt x="10716" y="41077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2" name="Text 40"/>
          <p:cNvSpPr/>
          <p:nvPr/>
        </p:nvSpPr>
        <p:spPr>
          <a:xfrm>
            <a:off x="8604171" y="3505084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Speech-to-Text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39864" y="3710704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85725" y="32147"/>
                </a:moveTo>
                <a:cubicBezTo>
                  <a:pt x="85725" y="53846"/>
                  <a:pt x="66526" y="71438"/>
                  <a:pt x="42863" y="71438"/>
                </a:cubicBezTo>
                <a:cubicBezTo>
                  <a:pt x="36902" y="71438"/>
                  <a:pt x="31232" y="70321"/>
                  <a:pt x="26075" y="68312"/>
                </a:cubicBezTo>
                <a:lnTo>
                  <a:pt x="7858" y="77956"/>
                </a:lnTo>
                <a:cubicBezTo>
                  <a:pt x="5782" y="79050"/>
                  <a:pt x="3237" y="78671"/>
                  <a:pt x="1563" y="77019"/>
                </a:cubicBezTo>
                <a:cubicBezTo>
                  <a:pt x="-112" y="75367"/>
                  <a:pt x="-491" y="72799"/>
                  <a:pt x="625" y="70723"/>
                </a:cubicBezTo>
                <a:lnTo>
                  <a:pt x="8573" y="55721"/>
                </a:lnTo>
                <a:cubicBezTo>
                  <a:pt x="3192" y="49158"/>
                  <a:pt x="0" y="40987"/>
                  <a:pt x="0" y="32147"/>
                </a:cubicBezTo>
                <a:cubicBezTo>
                  <a:pt x="0" y="10448"/>
                  <a:pt x="19199" y="-7144"/>
                  <a:pt x="42863" y="-7144"/>
                </a:cubicBezTo>
                <a:cubicBezTo>
                  <a:pt x="66526" y="-7144"/>
                  <a:pt x="85725" y="10448"/>
                  <a:pt x="85725" y="32147"/>
                </a:cubicBezTo>
                <a:close/>
                <a:moveTo>
                  <a:pt x="85725" y="114300"/>
                </a:moveTo>
                <a:cubicBezTo>
                  <a:pt x="64718" y="114300"/>
                  <a:pt x="47238" y="100437"/>
                  <a:pt x="43577" y="82153"/>
                </a:cubicBezTo>
                <a:cubicBezTo>
                  <a:pt x="70366" y="81818"/>
                  <a:pt x="93650" y="62753"/>
                  <a:pt x="96217" y="36902"/>
                </a:cubicBezTo>
                <a:cubicBezTo>
                  <a:pt x="114813" y="41188"/>
                  <a:pt x="128588" y="56614"/>
                  <a:pt x="128588" y="75009"/>
                </a:cubicBezTo>
                <a:cubicBezTo>
                  <a:pt x="128588" y="83850"/>
                  <a:pt x="125395" y="92020"/>
                  <a:pt x="120015" y="98584"/>
                </a:cubicBezTo>
                <a:lnTo>
                  <a:pt x="127962" y="113586"/>
                </a:lnTo>
                <a:cubicBezTo>
                  <a:pt x="129056" y="115662"/>
                  <a:pt x="128677" y="118207"/>
                  <a:pt x="127025" y="119881"/>
                </a:cubicBezTo>
                <a:cubicBezTo>
                  <a:pt x="125373" y="121555"/>
                  <a:pt x="122806" y="121935"/>
                  <a:pt x="120729" y="120819"/>
                </a:cubicBezTo>
                <a:lnTo>
                  <a:pt x="102513" y="111175"/>
                </a:lnTo>
                <a:cubicBezTo>
                  <a:pt x="97356" y="113184"/>
                  <a:pt x="91686" y="114300"/>
                  <a:pt x="85725" y="11430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4" name="Text 42"/>
          <p:cNvSpPr/>
          <p:nvPr/>
        </p:nvSpPr>
        <p:spPr>
          <a:xfrm>
            <a:off x="8604171" y="3695463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Conversational AI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1000" y="5753100"/>
            <a:ext cx="5638800" cy="723900"/>
          </a:xfrm>
          <a:custGeom>
            <a:avLst/>
            <a:gdLst/>
            <a:ahLst/>
            <a:cxnLst/>
            <a:rect l="l" t="t" r="r" b="b"/>
            <a:pathLst>
              <a:path w="5638800" h="723900">
                <a:moveTo>
                  <a:pt x="114297" y="0"/>
                </a:moveTo>
                <a:lnTo>
                  <a:pt x="5524503" y="0"/>
                </a:lnTo>
                <a:cubicBezTo>
                  <a:pt x="5587628" y="0"/>
                  <a:pt x="5638800" y="51172"/>
                  <a:pt x="5638800" y="114297"/>
                </a:cubicBezTo>
                <a:lnTo>
                  <a:pt x="5638800" y="609603"/>
                </a:lnTo>
                <a:cubicBezTo>
                  <a:pt x="5638800" y="672728"/>
                  <a:pt x="5587628" y="723900"/>
                  <a:pt x="55245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46" name="Shape 44"/>
          <p:cNvSpPr/>
          <p:nvPr/>
        </p:nvSpPr>
        <p:spPr>
          <a:xfrm>
            <a:off x="561975" y="6000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7" name="Text 45"/>
          <p:cNvSpPr/>
          <p:nvPr/>
        </p:nvSpPr>
        <p:spPr>
          <a:xfrm>
            <a:off x="971550" y="590550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First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1550" y="613410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 Row-Level Security (RLS) on Firestore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2200" y="5753100"/>
            <a:ext cx="5638800" cy="723900"/>
          </a:xfrm>
          <a:custGeom>
            <a:avLst/>
            <a:gdLst/>
            <a:ahLst/>
            <a:cxnLst/>
            <a:rect l="l" t="t" r="r" b="b"/>
            <a:pathLst>
              <a:path w="5638800" h="723900">
                <a:moveTo>
                  <a:pt x="114297" y="0"/>
                </a:moveTo>
                <a:lnTo>
                  <a:pt x="5524503" y="0"/>
                </a:lnTo>
                <a:cubicBezTo>
                  <a:pt x="5587628" y="0"/>
                  <a:pt x="5638800" y="51172"/>
                  <a:pt x="5638800" y="114297"/>
                </a:cubicBezTo>
                <a:lnTo>
                  <a:pt x="5638800" y="609603"/>
                </a:lnTo>
                <a:cubicBezTo>
                  <a:pt x="5638800" y="672728"/>
                  <a:pt x="5587628" y="723900"/>
                  <a:pt x="55245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50" name="Shape 48"/>
          <p:cNvSpPr/>
          <p:nvPr/>
        </p:nvSpPr>
        <p:spPr>
          <a:xfrm>
            <a:off x="6353175" y="6000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1" name="Text 49"/>
          <p:cNvSpPr/>
          <p:nvPr/>
        </p:nvSpPr>
        <p:spPr>
          <a:xfrm>
            <a:off x="6762750" y="590550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Management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62750" y="6134100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variables for all API keys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INDICATORS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Success Metrics: Measuring the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333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Quantifiable proof of behavioral change and learning outcomes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828800"/>
            <a:ext cx="3686175" cy="3657600"/>
          </a:xfrm>
          <a:custGeom>
            <a:avLst/>
            <a:gdLst/>
            <a:ahLst/>
            <a:cxnLst/>
            <a:rect l="l" t="t" r="r" b="b"/>
            <a:pathLst>
              <a:path w="3686175" h="3657600">
                <a:moveTo>
                  <a:pt x="152412" y="0"/>
                </a:moveTo>
                <a:lnTo>
                  <a:pt x="3533763" y="0"/>
                </a:lnTo>
                <a:cubicBezTo>
                  <a:pt x="3617938" y="0"/>
                  <a:pt x="3686175" y="68237"/>
                  <a:pt x="3686175" y="152412"/>
                </a:cubicBezTo>
                <a:lnTo>
                  <a:pt x="3686175" y="3505188"/>
                </a:lnTo>
                <a:cubicBezTo>
                  <a:pt x="3686175" y="3589363"/>
                  <a:pt x="3617938" y="3657600"/>
                  <a:pt x="3533763" y="3657600"/>
                </a:cubicBezTo>
                <a:lnTo>
                  <a:pt x="152412" y="3657600"/>
                </a:lnTo>
                <a:cubicBezTo>
                  <a:pt x="68237" y="3657600"/>
                  <a:pt x="0" y="3589363"/>
                  <a:pt x="0" y="3505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0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428" y="2991"/>
                </a:moveTo>
                <a:cubicBezTo>
                  <a:pt x="213286" y="268"/>
                  <a:pt x="217438" y="-714"/>
                  <a:pt x="221278" y="536"/>
                </a:cubicBezTo>
                <a:cubicBezTo>
                  <a:pt x="225653" y="2009"/>
                  <a:pt x="228600" y="6117"/>
                  <a:pt x="228600" y="10716"/>
                </a:cubicBezTo>
                <a:lnTo>
                  <a:pt x="228600" y="94164"/>
                </a:lnTo>
                <a:cubicBezTo>
                  <a:pt x="228600" y="152742"/>
                  <a:pt x="180335" y="200025"/>
                  <a:pt x="121980" y="200025"/>
                </a:cubicBezTo>
                <a:cubicBezTo>
                  <a:pt x="87600" y="200025"/>
                  <a:pt x="57954" y="177924"/>
                  <a:pt x="47193" y="147027"/>
                </a:cubicBezTo>
                <a:cubicBezTo>
                  <a:pt x="31388" y="160779"/>
                  <a:pt x="21431" y="181005"/>
                  <a:pt x="21431" y="203597"/>
                </a:cubicBezTo>
                <a:cubicBezTo>
                  <a:pt x="21431" y="209535"/>
                  <a:pt x="16654" y="214313"/>
                  <a:pt x="10716" y="214313"/>
                </a:cubicBezTo>
                <a:cubicBezTo>
                  <a:pt x="4777" y="214313"/>
                  <a:pt x="0" y="209535"/>
                  <a:pt x="0" y="203597"/>
                </a:cubicBezTo>
                <a:cubicBezTo>
                  <a:pt x="0" y="170155"/>
                  <a:pt x="17056" y="140687"/>
                  <a:pt x="42907" y="123364"/>
                </a:cubicBezTo>
                <a:cubicBezTo>
                  <a:pt x="58668" y="112827"/>
                  <a:pt x="77465" y="107156"/>
                  <a:pt x="96441" y="107156"/>
                </a:cubicBezTo>
                <a:lnTo>
                  <a:pt x="132159" y="107156"/>
                </a:lnTo>
                <a:cubicBezTo>
                  <a:pt x="138098" y="107156"/>
                  <a:pt x="142875" y="102379"/>
                  <a:pt x="142875" y="96441"/>
                </a:cubicBezTo>
                <a:cubicBezTo>
                  <a:pt x="142875" y="90502"/>
                  <a:pt x="138098" y="85725"/>
                  <a:pt x="132159" y="85725"/>
                </a:cubicBezTo>
                <a:lnTo>
                  <a:pt x="96441" y="85725"/>
                </a:lnTo>
                <a:cubicBezTo>
                  <a:pt x="78715" y="85725"/>
                  <a:pt x="61927" y="89654"/>
                  <a:pt x="46881" y="96664"/>
                </a:cubicBezTo>
                <a:cubicBezTo>
                  <a:pt x="57284" y="65410"/>
                  <a:pt x="86707" y="42863"/>
                  <a:pt x="121444" y="42863"/>
                </a:cubicBezTo>
                <a:cubicBezTo>
                  <a:pt x="151090" y="42863"/>
                  <a:pt x="173147" y="32995"/>
                  <a:pt x="187836" y="23217"/>
                </a:cubicBezTo>
                <a:cubicBezTo>
                  <a:pt x="196408" y="17502"/>
                  <a:pt x="203686" y="10671"/>
                  <a:pt x="210473" y="29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20574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Retention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2384943"/>
            <a:ext cx="1433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Tree Health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3000375"/>
            <a:ext cx="3514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686175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Percentage of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"Green Leaves"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maintained on the Knowledge Tree week-over-week, indicating sustained concept mastery.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4581525"/>
            <a:ext cx="3228975" cy="419100"/>
          </a:xfrm>
          <a:custGeom>
            <a:avLst/>
            <a:gdLst/>
            <a:ahLst/>
            <a:cxnLst/>
            <a:rect l="l" t="t" r="r" b="b"/>
            <a:pathLst>
              <a:path w="3228975" h="419100">
                <a:moveTo>
                  <a:pt x="76201" y="0"/>
                </a:moveTo>
                <a:lnTo>
                  <a:pt x="3152774" y="0"/>
                </a:lnTo>
                <a:cubicBezTo>
                  <a:pt x="3194859" y="0"/>
                  <a:pt x="3228975" y="34116"/>
                  <a:pt x="3228975" y="76201"/>
                </a:cubicBezTo>
                <a:lnTo>
                  <a:pt x="3228975" y="342899"/>
                </a:lnTo>
                <a:cubicBezTo>
                  <a:pt x="3228975" y="384984"/>
                  <a:pt x="3194859" y="419100"/>
                  <a:pt x="31527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2950" y="47263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4695825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&gt;80% weekly retention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4460" y="1828800"/>
            <a:ext cx="3686175" cy="3657600"/>
          </a:xfrm>
          <a:custGeom>
            <a:avLst/>
            <a:gdLst/>
            <a:ahLst/>
            <a:cxnLst/>
            <a:rect l="l" t="t" r="r" b="b"/>
            <a:pathLst>
              <a:path w="3686175" h="3657600">
                <a:moveTo>
                  <a:pt x="152412" y="0"/>
                </a:moveTo>
                <a:lnTo>
                  <a:pt x="3533763" y="0"/>
                </a:lnTo>
                <a:cubicBezTo>
                  <a:pt x="3617938" y="0"/>
                  <a:pt x="3686175" y="68237"/>
                  <a:pt x="3686175" y="152412"/>
                </a:cubicBezTo>
                <a:lnTo>
                  <a:pt x="3686175" y="3505188"/>
                </a:lnTo>
                <a:cubicBezTo>
                  <a:pt x="3686175" y="3589363"/>
                  <a:pt x="3617938" y="3657600"/>
                  <a:pt x="3533763" y="3657600"/>
                </a:cubicBezTo>
                <a:lnTo>
                  <a:pt x="152412" y="3657600"/>
                </a:lnTo>
                <a:cubicBezTo>
                  <a:pt x="68237" y="3657600"/>
                  <a:pt x="0" y="3589363"/>
                  <a:pt x="0" y="3505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3060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4035" y="2209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168861" y="20574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Distraction Reduction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8861" y="2384943"/>
            <a:ext cx="16259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Mode Effectiveness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3060" y="3000375"/>
            <a:ext cx="3514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-72%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3060" y="3686175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Decrease in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 usage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stats during active Focus Mode blocks, proving enforcement effectiveness.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83060" y="4581525"/>
            <a:ext cx="3228975" cy="419100"/>
          </a:xfrm>
          <a:custGeom>
            <a:avLst/>
            <a:gdLst/>
            <a:ahLst/>
            <a:cxnLst/>
            <a:rect l="l" t="t" r="r" b="b"/>
            <a:pathLst>
              <a:path w="3228975" h="419100">
                <a:moveTo>
                  <a:pt x="76201" y="0"/>
                </a:moveTo>
                <a:lnTo>
                  <a:pt x="3152774" y="0"/>
                </a:lnTo>
                <a:cubicBezTo>
                  <a:pt x="3194859" y="0"/>
                  <a:pt x="3228975" y="34116"/>
                  <a:pt x="3228975" y="76201"/>
                </a:cubicBezTo>
                <a:lnTo>
                  <a:pt x="3228975" y="342899"/>
                </a:lnTo>
                <a:cubicBezTo>
                  <a:pt x="3228975" y="384984"/>
                  <a:pt x="3194859" y="419100"/>
                  <a:pt x="31527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6410" y="47263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4" name="Text 22"/>
          <p:cNvSpPr/>
          <p:nvPr/>
        </p:nvSpPr>
        <p:spPr>
          <a:xfrm>
            <a:off x="4825960" y="4695825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&gt;60% reduction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7921" y="1828800"/>
            <a:ext cx="3686175" cy="3657600"/>
          </a:xfrm>
          <a:custGeom>
            <a:avLst/>
            <a:gdLst/>
            <a:ahLst/>
            <a:cxnLst/>
            <a:rect l="l" t="t" r="r" b="b"/>
            <a:pathLst>
              <a:path w="3686175" h="3657600">
                <a:moveTo>
                  <a:pt x="152412" y="0"/>
                </a:moveTo>
                <a:lnTo>
                  <a:pt x="3533763" y="0"/>
                </a:lnTo>
                <a:cubicBezTo>
                  <a:pt x="3617938" y="0"/>
                  <a:pt x="3686175" y="68237"/>
                  <a:pt x="3686175" y="152412"/>
                </a:cubicBezTo>
                <a:lnTo>
                  <a:pt x="3686175" y="3505188"/>
                </a:lnTo>
                <a:cubicBezTo>
                  <a:pt x="3686175" y="3589363"/>
                  <a:pt x="3617938" y="3657600"/>
                  <a:pt x="3533763" y="3657600"/>
                </a:cubicBezTo>
                <a:lnTo>
                  <a:pt x="152412" y="3657600"/>
                </a:lnTo>
                <a:cubicBezTo>
                  <a:pt x="68237" y="3657600"/>
                  <a:pt x="0" y="3589363"/>
                  <a:pt x="0" y="3505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56521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537496" y="2209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42863" y="42863"/>
                </a:moveTo>
                <a:cubicBezTo>
                  <a:pt x="42863" y="19199"/>
                  <a:pt x="62061" y="0"/>
                  <a:pt x="85725" y="0"/>
                </a:cubicBezTo>
                <a:cubicBezTo>
                  <a:pt x="108183" y="0"/>
                  <a:pt x="126623" y="17279"/>
                  <a:pt x="128454" y="39291"/>
                </a:cubicBezTo>
                <a:lnTo>
                  <a:pt x="103584" y="39291"/>
                </a:lnTo>
                <a:cubicBezTo>
                  <a:pt x="97646" y="39291"/>
                  <a:pt x="92869" y="44068"/>
                  <a:pt x="92869" y="50006"/>
                </a:cubicBezTo>
                <a:cubicBezTo>
                  <a:pt x="92869" y="55944"/>
                  <a:pt x="97646" y="60722"/>
                  <a:pt x="103584" y="60722"/>
                </a:cubicBezTo>
                <a:lnTo>
                  <a:pt x="128588" y="60722"/>
                </a:lnTo>
                <a:lnTo>
                  <a:pt x="128588" y="82153"/>
                </a:lnTo>
                <a:lnTo>
                  <a:pt x="103584" y="82153"/>
                </a:lnTo>
                <a:cubicBezTo>
                  <a:pt x="97646" y="82153"/>
                  <a:pt x="92869" y="86931"/>
                  <a:pt x="92869" y="92869"/>
                </a:cubicBezTo>
                <a:cubicBezTo>
                  <a:pt x="92869" y="98807"/>
                  <a:pt x="97646" y="103584"/>
                  <a:pt x="103584" y="103584"/>
                </a:cubicBezTo>
                <a:lnTo>
                  <a:pt x="128454" y="103584"/>
                </a:lnTo>
                <a:cubicBezTo>
                  <a:pt x="126623" y="125596"/>
                  <a:pt x="108228" y="142875"/>
                  <a:pt x="85725" y="142875"/>
                </a:cubicBezTo>
                <a:cubicBezTo>
                  <a:pt x="62061" y="142875"/>
                  <a:pt x="42863" y="123676"/>
                  <a:pt x="42863" y="100013"/>
                </a:cubicBezTo>
                <a:lnTo>
                  <a:pt x="42863" y="42863"/>
                </a:lnTo>
                <a:close/>
                <a:moveTo>
                  <a:pt x="10716" y="71438"/>
                </a:moveTo>
                <a:cubicBezTo>
                  <a:pt x="16654" y="71438"/>
                  <a:pt x="21431" y="76215"/>
                  <a:pt x="21431" y="82153"/>
                </a:cubicBezTo>
                <a:lnTo>
                  <a:pt x="21431" y="100013"/>
                </a:lnTo>
                <a:cubicBezTo>
                  <a:pt x="21431" y="135508"/>
                  <a:pt x="50229" y="164306"/>
                  <a:pt x="85725" y="164306"/>
                </a:cubicBezTo>
                <a:cubicBezTo>
                  <a:pt x="121221" y="164306"/>
                  <a:pt x="150019" y="135508"/>
                  <a:pt x="150019" y="100013"/>
                </a:cubicBezTo>
                <a:lnTo>
                  <a:pt x="150019" y="82153"/>
                </a:lnTo>
                <a:cubicBezTo>
                  <a:pt x="150019" y="76215"/>
                  <a:pt x="154796" y="71438"/>
                  <a:pt x="160734" y="71438"/>
                </a:cubicBezTo>
                <a:cubicBezTo>
                  <a:pt x="166673" y="71438"/>
                  <a:pt x="171450" y="76215"/>
                  <a:pt x="171450" y="82153"/>
                </a:cubicBezTo>
                <a:lnTo>
                  <a:pt x="171450" y="100013"/>
                </a:lnTo>
                <a:cubicBezTo>
                  <a:pt x="171450" y="143723"/>
                  <a:pt x="138723" y="179799"/>
                  <a:pt x="96441" y="185068"/>
                </a:cubicBezTo>
                <a:lnTo>
                  <a:pt x="96441" y="207169"/>
                </a:lnTo>
                <a:lnTo>
                  <a:pt x="117872" y="207169"/>
                </a:lnTo>
                <a:cubicBezTo>
                  <a:pt x="123810" y="207169"/>
                  <a:pt x="128588" y="211946"/>
                  <a:pt x="128588" y="217884"/>
                </a:cubicBezTo>
                <a:cubicBezTo>
                  <a:pt x="128588" y="223823"/>
                  <a:pt x="123810" y="228600"/>
                  <a:pt x="117872" y="228600"/>
                </a:cubicBezTo>
                <a:lnTo>
                  <a:pt x="53578" y="228600"/>
                </a:lnTo>
                <a:cubicBezTo>
                  <a:pt x="47640" y="228600"/>
                  <a:pt x="42863" y="223823"/>
                  <a:pt x="42863" y="217884"/>
                </a:cubicBezTo>
                <a:cubicBezTo>
                  <a:pt x="42863" y="211946"/>
                  <a:pt x="47640" y="207169"/>
                  <a:pt x="53578" y="207169"/>
                </a:cubicBezTo>
                <a:lnTo>
                  <a:pt x="75009" y="207169"/>
                </a:lnTo>
                <a:lnTo>
                  <a:pt x="75009" y="185068"/>
                </a:lnTo>
                <a:cubicBezTo>
                  <a:pt x="32727" y="179799"/>
                  <a:pt x="0" y="143723"/>
                  <a:pt x="0" y="100013"/>
                </a:cubicBezTo>
                <a:lnTo>
                  <a:pt x="0" y="82153"/>
                </a:lnTo>
                <a:cubicBezTo>
                  <a:pt x="0" y="76215"/>
                  <a:pt x="4777" y="71438"/>
                  <a:pt x="10716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042321" y="2057400"/>
            <a:ext cx="1771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Viva Proficiency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42321" y="2384943"/>
            <a:ext cx="16044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Improvement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56521" y="3000375"/>
            <a:ext cx="3514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D4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+34%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56521" y="3686175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Improvement in average </a:t>
            </a: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Viva scores</a:t>
            </a: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 a 30-day period, demonstrating active learning adoption.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56521" y="4581525"/>
            <a:ext cx="3228975" cy="419100"/>
          </a:xfrm>
          <a:custGeom>
            <a:avLst/>
            <a:gdLst/>
            <a:ahLst/>
            <a:cxnLst/>
            <a:rect l="l" t="t" r="r" b="b"/>
            <a:pathLst>
              <a:path w="3228975" h="419100">
                <a:moveTo>
                  <a:pt x="76201" y="0"/>
                </a:moveTo>
                <a:lnTo>
                  <a:pt x="3152774" y="0"/>
                </a:lnTo>
                <a:cubicBezTo>
                  <a:pt x="3194859" y="0"/>
                  <a:pt x="3228975" y="34116"/>
                  <a:pt x="3228975" y="76201"/>
                </a:cubicBezTo>
                <a:lnTo>
                  <a:pt x="3228975" y="342899"/>
                </a:lnTo>
                <a:cubicBezTo>
                  <a:pt x="3228975" y="384984"/>
                  <a:pt x="3194859" y="419100"/>
                  <a:pt x="31527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3" name="Shape 31"/>
          <p:cNvSpPr/>
          <p:nvPr/>
        </p:nvSpPr>
        <p:spPr>
          <a:xfrm>
            <a:off x="8489871" y="47263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7583" y="0"/>
                </a:moveTo>
                <a:lnTo>
                  <a:pt x="95923" y="0"/>
                </a:lnTo>
                <a:cubicBezTo>
                  <a:pt x="102825" y="0"/>
                  <a:pt x="108451" y="5678"/>
                  <a:pt x="108191" y="12554"/>
                </a:cubicBezTo>
                <a:cubicBezTo>
                  <a:pt x="108139" y="13934"/>
                  <a:pt x="108086" y="15314"/>
                  <a:pt x="108008" y="16669"/>
                </a:cubicBezTo>
                <a:lnTo>
                  <a:pt x="120927" y="16669"/>
                </a:lnTo>
                <a:cubicBezTo>
                  <a:pt x="127724" y="16669"/>
                  <a:pt x="133715" y="22294"/>
                  <a:pt x="133194" y="29639"/>
                </a:cubicBezTo>
                <a:cubicBezTo>
                  <a:pt x="131240" y="56648"/>
                  <a:pt x="117437" y="71493"/>
                  <a:pt x="102461" y="79255"/>
                </a:cubicBezTo>
                <a:cubicBezTo>
                  <a:pt x="98346" y="81390"/>
                  <a:pt x="94152" y="82979"/>
                  <a:pt x="90168" y="84151"/>
                </a:cubicBezTo>
                <a:cubicBezTo>
                  <a:pt x="84906" y="91600"/>
                  <a:pt x="79437" y="95533"/>
                  <a:pt x="75088" y="97642"/>
                </a:cubicBezTo>
                <a:lnTo>
                  <a:pt x="75088" y="116681"/>
                </a:lnTo>
                <a:lnTo>
                  <a:pt x="91756" y="116681"/>
                </a:lnTo>
                <a:cubicBezTo>
                  <a:pt x="96366" y="116681"/>
                  <a:pt x="100091" y="120406"/>
                  <a:pt x="100091" y="125016"/>
                </a:cubicBezTo>
                <a:cubicBezTo>
                  <a:pt x="100091" y="129626"/>
                  <a:pt x="96366" y="133350"/>
                  <a:pt x="91756" y="133350"/>
                </a:cubicBezTo>
                <a:lnTo>
                  <a:pt x="41750" y="133350"/>
                </a:lnTo>
                <a:cubicBezTo>
                  <a:pt x="37140" y="133350"/>
                  <a:pt x="33416" y="129626"/>
                  <a:pt x="33416" y="125016"/>
                </a:cubicBezTo>
                <a:cubicBezTo>
                  <a:pt x="33416" y="120406"/>
                  <a:pt x="37140" y="116681"/>
                  <a:pt x="41750" y="116681"/>
                </a:cubicBezTo>
                <a:lnTo>
                  <a:pt x="58419" y="116681"/>
                </a:lnTo>
                <a:lnTo>
                  <a:pt x="58419" y="97642"/>
                </a:lnTo>
                <a:cubicBezTo>
                  <a:pt x="54252" y="95637"/>
                  <a:pt x="49069" y="91913"/>
                  <a:pt x="44016" y="85063"/>
                </a:cubicBezTo>
                <a:cubicBezTo>
                  <a:pt x="39224" y="83813"/>
                  <a:pt x="34015" y="81911"/>
                  <a:pt x="28936" y="79046"/>
                </a:cubicBezTo>
                <a:cubicBezTo>
                  <a:pt x="14846" y="71155"/>
                  <a:pt x="2136" y="56283"/>
                  <a:pt x="313" y="29587"/>
                </a:cubicBezTo>
                <a:cubicBezTo>
                  <a:pt x="-182" y="22268"/>
                  <a:pt x="5782" y="16643"/>
                  <a:pt x="12580" y="16643"/>
                </a:cubicBezTo>
                <a:lnTo>
                  <a:pt x="25498" y="16643"/>
                </a:lnTo>
                <a:cubicBezTo>
                  <a:pt x="25420" y="15288"/>
                  <a:pt x="25368" y="13934"/>
                  <a:pt x="25316" y="12528"/>
                </a:cubicBezTo>
                <a:cubicBezTo>
                  <a:pt x="25055" y="5626"/>
                  <a:pt x="30681" y="-26"/>
                  <a:pt x="37583" y="-26"/>
                </a:cubicBezTo>
                <a:close/>
                <a:moveTo>
                  <a:pt x="26436" y="29170"/>
                </a:moveTo>
                <a:lnTo>
                  <a:pt x="12788" y="29170"/>
                </a:lnTo>
                <a:cubicBezTo>
                  <a:pt x="14403" y="51230"/>
                  <a:pt x="24534" y="62273"/>
                  <a:pt x="34978" y="68134"/>
                </a:cubicBezTo>
                <a:cubicBezTo>
                  <a:pt x="31228" y="58419"/>
                  <a:pt x="28129" y="45735"/>
                  <a:pt x="26436" y="29170"/>
                </a:cubicBezTo>
                <a:close/>
                <a:moveTo>
                  <a:pt x="98971" y="66883"/>
                </a:moveTo>
                <a:cubicBezTo>
                  <a:pt x="109519" y="60685"/>
                  <a:pt x="119051" y="49668"/>
                  <a:pt x="120666" y="29170"/>
                </a:cubicBezTo>
                <a:lnTo>
                  <a:pt x="107045" y="29170"/>
                </a:lnTo>
                <a:cubicBezTo>
                  <a:pt x="105430" y="45032"/>
                  <a:pt x="102513" y="57351"/>
                  <a:pt x="98971" y="6688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4" name="Text 32"/>
          <p:cNvSpPr/>
          <p:nvPr/>
        </p:nvSpPr>
        <p:spPr>
          <a:xfrm>
            <a:off x="8699421" y="4695825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&gt;25% improvement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563880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1D1D1F"/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561975" y="594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33450" y="5848350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Analytics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3450" y="6076950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tracking through the Command Center dashboard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433447" y="5791200"/>
            <a:ext cx="1228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360°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509647" y="61341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View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1231</Words>
  <Application>Microsoft Office PowerPoint</Application>
  <PresentationFormat>Widescreen</PresentationFormat>
  <Paragraphs>238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Liter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NeuroCanopy - The Digital Guardian</dc:title>
  <dc:subject>NeuroCanopy - The Digital Guardian</dc:subject>
  <dc:creator>Kimi</dc:creator>
  <cp:lastModifiedBy>Dvij Joshi</cp:lastModifiedBy>
  <cp:revision>3</cp:revision>
  <dcterms:created xsi:type="dcterms:W3CDTF">2026-02-25T14:41:45Z</dcterms:created>
  <dcterms:modified xsi:type="dcterms:W3CDTF">2026-02-25T18:19:06Z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{"Label":"NeuroCanopy - The Digital Guardian","ContentProducer":"001191110108MACG2KBH8F10000","ProduceID":"19c95331-3e32-8c91-8000-0000203239b2","ReservedCode1":"","ContentPropagator":"001191110108MACG2KBH8F20000","PropagateID":"19c95331-3e32-8c91-8000-0000203239b2","ReservedCode2":""}</vt:lpwstr>
  </property>
</Properties>
</file>